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1"/>
  </p:notesMasterIdLst>
  <p:sldIdLst>
    <p:sldId id="368" r:id="rId5"/>
    <p:sldId id="2147483604" r:id="rId6"/>
    <p:sldId id="2147483572" r:id="rId7"/>
    <p:sldId id="2147483579" r:id="rId8"/>
    <p:sldId id="336" r:id="rId9"/>
    <p:sldId id="2147483594" r:id="rId10"/>
    <p:sldId id="2147483591" r:id="rId11"/>
    <p:sldId id="2147483605" r:id="rId12"/>
    <p:sldId id="2147483602" r:id="rId13"/>
    <p:sldId id="2147483596" r:id="rId14"/>
    <p:sldId id="2147483603" r:id="rId15"/>
    <p:sldId id="2147483599" r:id="rId16"/>
    <p:sldId id="2147483606" r:id="rId17"/>
    <p:sldId id="2147483607" r:id="rId18"/>
    <p:sldId id="2147483608" r:id="rId19"/>
    <p:sldId id="268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36E190-31E3-4823-E982-B9E1A9663005}" name="Bao Medina-Leal, Cinthya GIZ PE" initials="CB" userId="S::cinthya.bao@giz.de::c8e2f3a8-323e-41ca-ab41-ff9ac2a0e34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7C"/>
    <a:srgbClr val="E5D7F3"/>
    <a:srgbClr val="E1E6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43DDD26-36B9-4318-9A46-0EB186D54E51}" type="datetimeFigureOut">
              <a:rPr lang="de-DE" smtClean="0"/>
              <a:pPr/>
              <a:t>26.08.2026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14CCF14-A293-41C4-9890-0878F9286212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208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773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4914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3933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5282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9937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094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B4D4A-E2B3-242C-8680-4B334710B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5F11C0F-DBDD-2228-1CE0-865D00705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FF1545-F79A-20E2-D29D-FB7B2EA6B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D76DBA-8625-6A29-1188-8D00F70AE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531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CCE58-331F-904D-A507-1B7DE3641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10CCDEA-AE71-DBB8-71E5-593404192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D1F039A-AB5C-68BA-158E-E66A02B50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DD7AEF-86D3-6057-DEA2-E03813AC8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7354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D0CE3-3E44-901C-01D9-7468F69C1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BEC6F61-68AC-B8E5-3C2B-46F1595CF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308A17B-F7C5-59A4-590A-9C6561A1C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Desde la planificación a la evaluación, </a:t>
            </a:r>
            <a:r>
              <a:rPr lang="es-ES" b="1"/>
              <a:t>la GIZ examina regularmente su trabajo y los resultados alcanzados</a:t>
            </a:r>
            <a:r>
              <a:rPr lang="es-ES"/>
              <a:t>. </a:t>
            </a:r>
          </a:p>
          <a:p>
            <a:endParaRPr lang="de-DE"/>
          </a:p>
          <a:p>
            <a:r>
              <a:rPr lang="es-ES"/>
              <a:t>No solo aquello que conseguimos en un país determinado o en un proyecto concreto, sino también </a:t>
            </a:r>
            <a:r>
              <a:rPr lang="es-ES" b="1"/>
              <a:t>el resultado que alcanza nuestro compromiso a escala mundial</a:t>
            </a:r>
            <a:r>
              <a:rPr lang="es-ES"/>
              <a:t>. Por ejemplo, ¿a cuántas personas en total ha ayudado la GIZ a obtener una formación profesional cualificada y orientada al futuro? </a:t>
            </a:r>
          </a:p>
          <a:p>
            <a:endParaRPr lang="de-DE"/>
          </a:p>
          <a:p>
            <a:r>
              <a:rPr lang="es-ES"/>
              <a:t>Las respuestas se derivan de una </a:t>
            </a:r>
            <a:r>
              <a:rPr lang="es-ES" b="1"/>
              <a:t>recopilación de datos llevada a cabo en toda la empresa y que abarca múltiples proyectos y países</a:t>
            </a:r>
            <a:r>
              <a:rPr lang="es-ES"/>
              <a:t>. En el proceso se recaban y agrupan resultados sobre temas seleccionados. Estos resultados agregados complementan el exhaustivo proceso de gestión de calidad de la empresa.</a:t>
            </a: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CE9C4E-0C78-5503-1F25-5931855DC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0334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497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8425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78B0B-E40C-E12A-051E-4E860341D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5A7CCB5-7893-6A51-936C-E509BDF34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707AFB7-E917-4972-37E6-4A45D12CB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Desde la planificación a la evaluación, </a:t>
            </a:r>
            <a:r>
              <a:rPr lang="es-ES" b="1"/>
              <a:t>la GIZ examina regularmente su trabajo y los resultados alcanzados</a:t>
            </a:r>
            <a:r>
              <a:rPr lang="es-ES"/>
              <a:t>. </a:t>
            </a:r>
          </a:p>
          <a:p>
            <a:endParaRPr lang="de-DE"/>
          </a:p>
          <a:p>
            <a:r>
              <a:rPr lang="es-ES"/>
              <a:t>No solo aquello que conseguimos en un país determinado o en un proyecto concreto, sino también </a:t>
            </a:r>
            <a:r>
              <a:rPr lang="es-ES" b="1"/>
              <a:t>el resultado que alcanza nuestro compromiso a escala mundial</a:t>
            </a:r>
            <a:r>
              <a:rPr lang="es-ES"/>
              <a:t>. Por ejemplo, ¿a cuántas personas en total ha ayudado la GIZ a obtener una formación profesional cualificada y orientada al futuro? </a:t>
            </a:r>
          </a:p>
          <a:p>
            <a:endParaRPr lang="de-DE"/>
          </a:p>
          <a:p>
            <a:r>
              <a:rPr lang="es-ES"/>
              <a:t>Las respuestas se derivan de una </a:t>
            </a:r>
            <a:r>
              <a:rPr lang="es-ES" b="1"/>
              <a:t>recopilación de datos llevada a cabo en toda la empresa y que abarca múltiples proyectos y países</a:t>
            </a:r>
            <a:r>
              <a:rPr lang="es-ES"/>
              <a:t>. En el proceso se recaban y agrupan resultados sobre temas seleccionados. Estos resultados agregados complementan el exhaustivo proceso de gestión de calidad de la empresa.</a:t>
            </a: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7E170B-D46A-ADD3-1633-73E91B86C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5299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26C1-F233-7FDF-776C-F3C3A498A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6DA12D9-5891-A477-D8AE-9ECA4B513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C181F43-CA81-048F-CEB6-9C6A58F4C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Desde la planificación a la evaluación, </a:t>
            </a:r>
            <a:r>
              <a:rPr lang="es-ES" b="1"/>
              <a:t>la GIZ examina regularmente su trabajo y los resultados alcanzados</a:t>
            </a:r>
            <a:r>
              <a:rPr lang="es-ES"/>
              <a:t>. </a:t>
            </a:r>
          </a:p>
          <a:p>
            <a:endParaRPr lang="de-DE"/>
          </a:p>
          <a:p>
            <a:r>
              <a:rPr lang="es-ES"/>
              <a:t>No solo aquello que conseguimos en un país determinado o en un proyecto concreto, sino también </a:t>
            </a:r>
            <a:r>
              <a:rPr lang="es-ES" b="1"/>
              <a:t>el resultado que alcanza nuestro compromiso a escala mundial</a:t>
            </a:r>
            <a:r>
              <a:rPr lang="es-ES"/>
              <a:t>. Por ejemplo, ¿a cuántas personas en total ha ayudado la GIZ a obtener una formación profesional cualificada y orientada al futuro? </a:t>
            </a:r>
          </a:p>
          <a:p>
            <a:endParaRPr lang="de-DE"/>
          </a:p>
          <a:p>
            <a:r>
              <a:rPr lang="es-ES"/>
              <a:t>Las respuestas se derivan de una </a:t>
            </a:r>
            <a:r>
              <a:rPr lang="es-ES" b="1"/>
              <a:t>recopilación de datos llevada a cabo en toda la empresa y que abarca múltiples proyectos y países</a:t>
            </a:r>
            <a:r>
              <a:rPr lang="es-ES"/>
              <a:t>. En el proceso se recaban y agrupan resultados sobre temas seleccionados. Estos resultados agregados complementan el exhaustivo proceso de gestión de calidad de la empresa.</a:t>
            </a: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225DC6-C6BF-5164-9FC6-F6EF2CDC2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7549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Lámina final de cierre</a:t>
            </a:r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4CCF14-A293-41C4-9890-0878F9286212}" type="slidenum">
              <a:rPr lang="de-DE" smtClean="0"/>
              <a:pPr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2473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still image)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ogo Balken">
            <a:extLst>
              <a:ext uri="{FF2B5EF4-FFF2-40B4-BE49-F238E27FC236}">
                <a16:creationId xmlns:a16="http://schemas.microsoft.com/office/drawing/2014/main" id="{92BED4C9-A11C-99DE-A562-0563206A3380}"/>
              </a:ext>
            </a:extLst>
          </p:cNvPr>
          <p:cNvSpPr>
            <a:spLocks/>
          </p:cNvSpPr>
          <p:nvPr/>
        </p:nvSpPr>
        <p:spPr>
          <a:xfrm>
            <a:off x="7906439" y="6618684"/>
            <a:ext cx="4285561" cy="239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61FE4E10-77D7-3148-9033-AC6658A93A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837" y="584199"/>
            <a:ext cx="10728325" cy="2349213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/>
            </a:lvl1pPr>
          </a:lstStyle>
          <a:p>
            <a:r>
              <a:rPr lang="en-GB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Title slide 1 (still image)</a:t>
            </a:r>
            <a:endParaRPr lang="de-DE"/>
          </a:p>
        </p:txBody>
      </p:sp>
      <p:sp>
        <p:nvSpPr>
          <p:cNvPr id="8" name="Untertitel">
            <a:extLst>
              <a:ext uri="{FF2B5EF4-FFF2-40B4-BE49-F238E27FC236}">
                <a16:creationId xmlns:a16="http://schemas.microsoft.com/office/drawing/2014/main" id="{1A55E8ED-F7EE-957C-7EE0-A59BF1EE89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2946292"/>
            <a:ext cx="10728324" cy="978298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This is the sub-line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A0EBB459-135A-DDC4-2518-34CF09A85F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836" y="3931029"/>
            <a:ext cx="10728325" cy="328438"/>
          </a:xfrm>
        </p:spPr>
        <p:txBody>
          <a:bodyPr/>
          <a:lstStyle>
            <a:lvl1pPr>
              <a:lnSpc>
                <a:spcPct val="100000"/>
              </a:lnSpc>
              <a:defRPr sz="2400" b="0"/>
            </a:lvl1pPr>
          </a:lstStyle>
          <a:p>
            <a:pPr lvl="0"/>
            <a:r>
              <a:rPr lang="de-DE"/>
              <a:t>Date</a:t>
            </a:r>
          </a:p>
        </p:txBody>
      </p:sp>
      <p:sp>
        <p:nvSpPr>
          <p:cNvPr id="9" name="Textplatzhalter">
            <a:extLst>
              <a:ext uri="{FF2B5EF4-FFF2-40B4-BE49-F238E27FC236}">
                <a16:creationId xmlns:a16="http://schemas.microsoft.com/office/drawing/2014/main" id="{12F62699-C899-325A-F623-D359BAD506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838" y="4504359"/>
            <a:ext cx="10728325" cy="3284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de-DE"/>
              <a:t>INTERNAL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8B0313D-7B20-2E28-E77E-A7945FD7B1DE}"/>
              </a:ext>
            </a:extLst>
          </p:cNvPr>
          <p:cNvGrpSpPr/>
          <p:nvPr userDrawn="1"/>
        </p:nvGrpSpPr>
        <p:grpSpPr>
          <a:xfrm>
            <a:off x="7744476" y="4989357"/>
            <a:ext cx="4359284" cy="1516802"/>
            <a:chOff x="7744476" y="4989357"/>
            <a:chExt cx="4359284" cy="1516802"/>
          </a:xfrm>
        </p:grpSpPr>
        <p:pic>
          <p:nvPicPr>
            <p:cNvPr id="17" name="Imagen 16" descr="Un dibujo animado con letras&#10;&#10;El contenido generado por IA puede ser incorrecto.">
              <a:extLst>
                <a:ext uri="{FF2B5EF4-FFF2-40B4-BE49-F238E27FC236}">
                  <a16:creationId xmlns:a16="http://schemas.microsoft.com/office/drawing/2014/main" id="{C8FDC128-06C8-1EF6-CCC0-BB8058FEBD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4476" y="4989357"/>
              <a:ext cx="2430000" cy="1515409"/>
            </a:xfrm>
            <a:prstGeom prst="rect">
              <a:avLst/>
            </a:prstGeom>
          </p:spPr>
        </p:pic>
        <p:pic>
          <p:nvPicPr>
            <p:cNvPr id="18" name="Imagen 17" descr="Interfaz de usuario gráfica&#10;&#10;El contenido generado por IA puede ser incorrecto.">
              <a:extLst>
                <a:ext uri="{FF2B5EF4-FFF2-40B4-BE49-F238E27FC236}">
                  <a16:creationId xmlns:a16="http://schemas.microsoft.com/office/drawing/2014/main" id="{5AE5FDA2-C507-8468-450F-15716406FB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93760" y="5285553"/>
              <a:ext cx="1710000" cy="12206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1285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(still image)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ogo Balken">
            <a:extLst>
              <a:ext uri="{FF2B5EF4-FFF2-40B4-BE49-F238E27FC236}">
                <a16:creationId xmlns:a16="http://schemas.microsoft.com/office/drawing/2014/main" id="{70BBDE31-54D3-B689-ED73-1D394A317A73}"/>
              </a:ext>
            </a:extLst>
          </p:cNvPr>
          <p:cNvSpPr/>
          <p:nvPr userDrawn="1"/>
        </p:nvSpPr>
        <p:spPr>
          <a:xfrm>
            <a:off x="7906439" y="6618684"/>
            <a:ext cx="4285561" cy="239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61FE4E10-77D7-3148-9033-AC6658A93A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837" y="584199"/>
            <a:ext cx="10728325" cy="2349213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/>
            </a:lvl1pPr>
          </a:lstStyle>
          <a:p>
            <a:r>
              <a:rPr lang="en-US"/>
              <a:t>Title slide 2 (still image)</a:t>
            </a:r>
            <a:endParaRPr lang="de-DE"/>
          </a:p>
        </p:txBody>
      </p:sp>
      <p:sp>
        <p:nvSpPr>
          <p:cNvPr id="16" name="Untertitel">
            <a:extLst>
              <a:ext uri="{FF2B5EF4-FFF2-40B4-BE49-F238E27FC236}">
                <a16:creationId xmlns:a16="http://schemas.microsoft.com/office/drawing/2014/main" id="{610DB3A2-3EC5-3B05-E2BB-8BF7CB059A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2946292"/>
            <a:ext cx="10728324" cy="978298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This is the sub-line</a:t>
            </a:r>
          </a:p>
        </p:txBody>
      </p:sp>
      <p:sp>
        <p:nvSpPr>
          <p:cNvPr id="18" name="Datum">
            <a:extLst>
              <a:ext uri="{FF2B5EF4-FFF2-40B4-BE49-F238E27FC236}">
                <a16:creationId xmlns:a16="http://schemas.microsoft.com/office/drawing/2014/main" id="{EE514134-13B9-70A0-651E-10BCBF5BE5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836" y="3931029"/>
            <a:ext cx="10728325" cy="328438"/>
          </a:xfrm>
        </p:spPr>
        <p:txBody>
          <a:bodyPr/>
          <a:lstStyle>
            <a:lvl1pPr>
              <a:lnSpc>
                <a:spcPct val="100000"/>
              </a:lnSpc>
              <a:defRPr sz="2400" b="0"/>
            </a:lvl1pPr>
          </a:lstStyle>
          <a:p>
            <a:pPr lvl="0"/>
            <a:r>
              <a:rPr lang="de-DE"/>
              <a:t>Date</a:t>
            </a:r>
          </a:p>
        </p:txBody>
      </p:sp>
      <p:sp>
        <p:nvSpPr>
          <p:cNvPr id="17" name="Textplatzhalter">
            <a:extLst>
              <a:ext uri="{FF2B5EF4-FFF2-40B4-BE49-F238E27FC236}">
                <a16:creationId xmlns:a16="http://schemas.microsoft.com/office/drawing/2014/main" id="{C806B7F3-CB60-1FE7-E078-F4E7B353DA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838" y="4504359"/>
            <a:ext cx="10728325" cy="3284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de-DE"/>
              <a:t>INTERNAL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E5AC553A-A302-1F20-3919-F943203C13F4}"/>
              </a:ext>
            </a:extLst>
          </p:cNvPr>
          <p:cNvGrpSpPr/>
          <p:nvPr userDrawn="1"/>
        </p:nvGrpSpPr>
        <p:grpSpPr>
          <a:xfrm>
            <a:off x="7744476" y="4989357"/>
            <a:ext cx="4359284" cy="1516802"/>
            <a:chOff x="7744476" y="4989357"/>
            <a:chExt cx="4359284" cy="1516802"/>
          </a:xfrm>
        </p:grpSpPr>
        <p:pic>
          <p:nvPicPr>
            <p:cNvPr id="6" name="Imagen 5" descr="Un dibujo animado con letras&#10;&#10;El contenido generado por IA puede ser incorrecto.">
              <a:extLst>
                <a:ext uri="{FF2B5EF4-FFF2-40B4-BE49-F238E27FC236}">
                  <a16:creationId xmlns:a16="http://schemas.microsoft.com/office/drawing/2014/main" id="{3FE8D40E-7657-A905-55BD-8B439C7F9F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4476" y="4989357"/>
              <a:ext cx="2430000" cy="1515409"/>
            </a:xfrm>
            <a:prstGeom prst="rect">
              <a:avLst/>
            </a:prstGeom>
          </p:spPr>
        </p:pic>
        <p:pic>
          <p:nvPicPr>
            <p:cNvPr id="4" name="Imagen 3" descr="Interfaz de usuario gráfica&#10;&#10;El contenido generado por IA puede ser incorrecto.">
              <a:extLst>
                <a:ext uri="{FF2B5EF4-FFF2-40B4-BE49-F238E27FC236}">
                  <a16:creationId xmlns:a16="http://schemas.microsoft.com/office/drawing/2014/main" id="{78A4F1BC-FD21-D882-5754-9D07B5B2A9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93760" y="5285553"/>
              <a:ext cx="1710000" cy="12206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988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 animation purple/yell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IZ_240439_Key_Visual_Animation_LG">
            <a:hlinkClick r:id="" action="ppaction://media"/>
            <a:extLst>
              <a:ext uri="{FF2B5EF4-FFF2-40B4-BE49-F238E27FC236}">
                <a16:creationId xmlns:a16="http://schemas.microsoft.com/office/drawing/2014/main" id="{A434BCAC-E9F9-D266-A93E-1342510AE7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Logo Balken">
            <a:extLst>
              <a:ext uri="{FF2B5EF4-FFF2-40B4-BE49-F238E27FC236}">
                <a16:creationId xmlns:a16="http://schemas.microsoft.com/office/drawing/2014/main" id="{86AFD99E-1127-849B-EF87-E911C69097F3}"/>
              </a:ext>
            </a:extLst>
          </p:cNvPr>
          <p:cNvSpPr>
            <a:spLocks/>
          </p:cNvSpPr>
          <p:nvPr userDrawn="1"/>
        </p:nvSpPr>
        <p:spPr>
          <a:xfrm>
            <a:off x="7906439" y="6618684"/>
            <a:ext cx="4285561" cy="239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61FE4E10-77D7-3148-9033-AC6658A93A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837" y="584199"/>
            <a:ext cx="10728325" cy="2349213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/>
            </a:lvl1pPr>
          </a:lstStyle>
          <a:p>
            <a:r>
              <a:rPr lang="en-GB" sz="36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Title slide 3 (the </a:t>
            </a:r>
            <a:r>
              <a:rPr lang="en-GB" sz="3600" b="1" i="0" u="none" strike="noStrike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animation</a:t>
            </a:r>
            <a:r>
              <a:rPr lang="en-GB" sz="36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 purple/yellow appears during the slideshow)</a:t>
            </a:r>
            <a:endParaRPr lang="de-DE"/>
          </a:p>
        </p:txBody>
      </p:sp>
      <p:sp>
        <p:nvSpPr>
          <p:cNvPr id="9" name="Untertitel">
            <a:extLst>
              <a:ext uri="{FF2B5EF4-FFF2-40B4-BE49-F238E27FC236}">
                <a16:creationId xmlns:a16="http://schemas.microsoft.com/office/drawing/2014/main" id="{365DD7AD-5D00-F05B-E49A-3C952E086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2946292"/>
            <a:ext cx="10728324" cy="978298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This is the sub-line</a:t>
            </a:r>
          </a:p>
        </p:txBody>
      </p:sp>
      <p:sp>
        <p:nvSpPr>
          <p:cNvPr id="14" name="Datum">
            <a:extLst>
              <a:ext uri="{FF2B5EF4-FFF2-40B4-BE49-F238E27FC236}">
                <a16:creationId xmlns:a16="http://schemas.microsoft.com/office/drawing/2014/main" id="{3F254596-EBE3-55A0-D198-E949005F08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836" y="3931029"/>
            <a:ext cx="10728325" cy="328438"/>
          </a:xfrm>
        </p:spPr>
        <p:txBody>
          <a:bodyPr/>
          <a:lstStyle>
            <a:lvl1pPr>
              <a:lnSpc>
                <a:spcPct val="100000"/>
              </a:lnSpc>
              <a:defRPr sz="2400" b="0"/>
            </a:lvl1pPr>
          </a:lstStyle>
          <a:p>
            <a:pPr lvl="0"/>
            <a:r>
              <a:rPr lang="de-DE"/>
              <a:t>Date</a:t>
            </a:r>
          </a:p>
        </p:txBody>
      </p:sp>
      <p:sp>
        <p:nvSpPr>
          <p:cNvPr id="11" name="Textplatzhalter">
            <a:extLst>
              <a:ext uri="{FF2B5EF4-FFF2-40B4-BE49-F238E27FC236}">
                <a16:creationId xmlns:a16="http://schemas.microsoft.com/office/drawing/2014/main" id="{9B76B437-0882-6D36-53EF-5B77E29694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838" y="4504359"/>
            <a:ext cx="10728325" cy="3284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de-DE"/>
              <a:t>INTERNAL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A81A0381-2075-E79B-8073-1279736ECB49}"/>
              </a:ext>
            </a:extLst>
          </p:cNvPr>
          <p:cNvGrpSpPr/>
          <p:nvPr userDrawn="1"/>
        </p:nvGrpSpPr>
        <p:grpSpPr>
          <a:xfrm>
            <a:off x="7744476" y="4989357"/>
            <a:ext cx="4359284" cy="1516802"/>
            <a:chOff x="7744476" y="4989357"/>
            <a:chExt cx="4359284" cy="1516802"/>
          </a:xfrm>
        </p:grpSpPr>
        <p:pic>
          <p:nvPicPr>
            <p:cNvPr id="12" name="Imagen 11" descr="Un dibujo animado con letras&#10;&#10;El contenido generado por IA puede ser incorrecto.">
              <a:extLst>
                <a:ext uri="{FF2B5EF4-FFF2-40B4-BE49-F238E27FC236}">
                  <a16:creationId xmlns:a16="http://schemas.microsoft.com/office/drawing/2014/main" id="{D182F752-325C-07AE-D49E-9B56B5AFFE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4476" y="4989357"/>
              <a:ext cx="2430000" cy="1515409"/>
            </a:xfrm>
            <a:prstGeom prst="rect">
              <a:avLst/>
            </a:prstGeom>
          </p:spPr>
        </p:pic>
        <p:pic>
          <p:nvPicPr>
            <p:cNvPr id="13" name="Imagen 12" descr="Interfaz de usuario gráfica&#10;&#10;El contenido generado por IA puede ser incorrecto.">
              <a:extLst>
                <a:ext uri="{FF2B5EF4-FFF2-40B4-BE49-F238E27FC236}">
                  <a16:creationId xmlns:a16="http://schemas.microsoft.com/office/drawing/2014/main" id="{29D35EEA-B045-34FB-503C-514FB98588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93760" y="5285553"/>
              <a:ext cx="1710000" cy="12206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796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03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 animation green/blue  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IZ_240439_Key_Visual_Animation_GB">
            <a:hlinkClick r:id="" action="ppaction://media"/>
            <a:extLst>
              <a:ext uri="{FF2B5EF4-FFF2-40B4-BE49-F238E27FC236}">
                <a16:creationId xmlns:a16="http://schemas.microsoft.com/office/drawing/2014/main" id="{CD134B90-423C-E30C-443D-7FA5AD03FEC3}"/>
              </a:ext>
            </a:extLst>
          </p:cNvPr>
          <p:cNvPicPr/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Logo Balken">
            <a:extLst>
              <a:ext uri="{FF2B5EF4-FFF2-40B4-BE49-F238E27FC236}">
                <a16:creationId xmlns:a16="http://schemas.microsoft.com/office/drawing/2014/main" id="{92BED4C9-A11C-99DE-A562-0563206A3380}"/>
              </a:ext>
            </a:extLst>
          </p:cNvPr>
          <p:cNvSpPr>
            <a:spLocks/>
          </p:cNvSpPr>
          <p:nvPr/>
        </p:nvSpPr>
        <p:spPr>
          <a:xfrm>
            <a:off x="7906439" y="6618684"/>
            <a:ext cx="4285561" cy="239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61FE4E10-77D7-3148-9033-AC6658A93A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837" y="584199"/>
            <a:ext cx="10728325" cy="2349213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/>
            </a:lvl1pPr>
          </a:lstStyle>
          <a:p>
            <a:r>
              <a:rPr lang="en-GB" sz="36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Title slide 4 (the </a:t>
            </a:r>
            <a:r>
              <a:rPr lang="en-GB" sz="3600" b="1" i="0" u="none" strike="noStrike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animation</a:t>
            </a:r>
            <a:r>
              <a:rPr lang="en-GB" sz="36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 green/blue   appears during the slideshow)</a:t>
            </a:r>
            <a:endParaRPr lang="de-DE"/>
          </a:p>
        </p:txBody>
      </p:sp>
      <p:sp>
        <p:nvSpPr>
          <p:cNvPr id="9" name="Untertitel">
            <a:extLst>
              <a:ext uri="{FF2B5EF4-FFF2-40B4-BE49-F238E27FC236}">
                <a16:creationId xmlns:a16="http://schemas.microsoft.com/office/drawing/2014/main" id="{365DD7AD-5D00-F05B-E49A-3C952E086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2946292"/>
            <a:ext cx="10728324" cy="978298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This is the sub-line</a:t>
            </a:r>
          </a:p>
        </p:txBody>
      </p:sp>
      <p:sp>
        <p:nvSpPr>
          <p:cNvPr id="14" name="Datum">
            <a:extLst>
              <a:ext uri="{FF2B5EF4-FFF2-40B4-BE49-F238E27FC236}">
                <a16:creationId xmlns:a16="http://schemas.microsoft.com/office/drawing/2014/main" id="{3F254596-EBE3-55A0-D198-E949005F08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836" y="3931029"/>
            <a:ext cx="10728325" cy="328438"/>
          </a:xfrm>
        </p:spPr>
        <p:txBody>
          <a:bodyPr/>
          <a:lstStyle>
            <a:lvl1pPr>
              <a:lnSpc>
                <a:spcPct val="100000"/>
              </a:lnSpc>
              <a:defRPr sz="2400" b="0"/>
            </a:lvl1pPr>
          </a:lstStyle>
          <a:p>
            <a:pPr lvl="0"/>
            <a:r>
              <a:rPr lang="de-DE"/>
              <a:t>Date</a:t>
            </a:r>
          </a:p>
        </p:txBody>
      </p:sp>
      <p:sp>
        <p:nvSpPr>
          <p:cNvPr id="11" name="Textplatzhalter">
            <a:extLst>
              <a:ext uri="{FF2B5EF4-FFF2-40B4-BE49-F238E27FC236}">
                <a16:creationId xmlns:a16="http://schemas.microsoft.com/office/drawing/2014/main" id="{9B76B437-0882-6D36-53EF-5B77E29694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838" y="4504359"/>
            <a:ext cx="10728325" cy="3284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de-DE"/>
              <a:t>INTERNAL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31E05C3-4D28-E9F8-F669-80A2C89A97A8}"/>
              </a:ext>
            </a:extLst>
          </p:cNvPr>
          <p:cNvGrpSpPr/>
          <p:nvPr userDrawn="1"/>
        </p:nvGrpSpPr>
        <p:grpSpPr>
          <a:xfrm>
            <a:off x="7744476" y="4989357"/>
            <a:ext cx="4359284" cy="1516802"/>
            <a:chOff x="7744476" y="4989357"/>
            <a:chExt cx="4359284" cy="1516802"/>
          </a:xfrm>
        </p:grpSpPr>
        <p:pic>
          <p:nvPicPr>
            <p:cNvPr id="10" name="Imagen 9" descr="Un dibujo animado con letras&#10;&#10;El contenido generado por IA puede ser incorrecto.">
              <a:extLst>
                <a:ext uri="{FF2B5EF4-FFF2-40B4-BE49-F238E27FC236}">
                  <a16:creationId xmlns:a16="http://schemas.microsoft.com/office/drawing/2014/main" id="{1F8BC259-3A18-EB99-CBE4-F139522B4A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4476" y="4989357"/>
              <a:ext cx="2430000" cy="1515409"/>
            </a:xfrm>
            <a:prstGeom prst="rect">
              <a:avLst/>
            </a:prstGeom>
          </p:spPr>
        </p:pic>
        <p:pic>
          <p:nvPicPr>
            <p:cNvPr id="12" name="Imagen 11" descr="Interfaz de usuario gráfica&#10;&#10;El contenido generado por IA puede ser incorrecto.">
              <a:extLst>
                <a:ext uri="{FF2B5EF4-FFF2-40B4-BE49-F238E27FC236}">
                  <a16:creationId xmlns:a16="http://schemas.microsoft.com/office/drawing/2014/main" id="{0A3B5546-0018-D00A-63C6-E9571348E5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93760" y="5285553"/>
              <a:ext cx="1710000" cy="12206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831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03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" descr="Placeholder area for inserting an image by clicking on the image icon">
            <a:extLst>
              <a:ext uri="{FF2B5EF4-FFF2-40B4-BE49-F238E27FC236}">
                <a16:creationId xmlns:a16="http://schemas.microsoft.com/office/drawing/2014/main" id="{08C881BA-C782-6366-1EA6-BC730DA236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955022"/>
          </a:xfrm>
          <a:solidFill>
            <a:schemeClr val="bg2"/>
          </a:solidFill>
        </p:spPr>
        <p:txBody>
          <a:bodyPr lIns="0" tIns="360000" rIns="576000"/>
          <a:lstStyle>
            <a:lvl1pPr algn="r"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61FE4E10-77D7-3148-9033-AC6658A93A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837" y="664234"/>
            <a:ext cx="10728325" cy="2269178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/>
            </a:lvl1pPr>
          </a:lstStyle>
          <a:p>
            <a:r>
              <a:rPr lang="de-DE"/>
              <a:t>Title slide 5</a:t>
            </a:r>
          </a:p>
        </p:txBody>
      </p:sp>
      <p:sp>
        <p:nvSpPr>
          <p:cNvPr id="9" name="Untertitel">
            <a:extLst>
              <a:ext uri="{FF2B5EF4-FFF2-40B4-BE49-F238E27FC236}">
                <a16:creationId xmlns:a16="http://schemas.microsoft.com/office/drawing/2014/main" id="{365DD7AD-5D00-F05B-E49A-3C952E086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2946292"/>
            <a:ext cx="10728324" cy="978298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This is the sub-line</a:t>
            </a:r>
          </a:p>
        </p:txBody>
      </p:sp>
      <p:sp>
        <p:nvSpPr>
          <p:cNvPr id="14" name="Datum">
            <a:extLst>
              <a:ext uri="{FF2B5EF4-FFF2-40B4-BE49-F238E27FC236}">
                <a16:creationId xmlns:a16="http://schemas.microsoft.com/office/drawing/2014/main" id="{3F254596-EBE3-55A0-D198-E949005F08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836" y="3931029"/>
            <a:ext cx="10728325" cy="328438"/>
          </a:xfrm>
        </p:spPr>
        <p:txBody>
          <a:bodyPr/>
          <a:lstStyle>
            <a:lvl1pPr>
              <a:lnSpc>
                <a:spcPct val="100000"/>
              </a:lnSpc>
              <a:defRPr sz="2400" b="0"/>
            </a:lvl1pPr>
          </a:lstStyle>
          <a:p>
            <a:pPr lvl="0"/>
            <a:r>
              <a:rPr lang="de-DE"/>
              <a:t>Date</a:t>
            </a:r>
          </a:p>
        </p:txBody>
      </p:sp>
      <p:sp>
        <p:nvSpPr>
          <p:cNvPr id="11" name="Textplatzhalter">
            <a:extLst>
              <a:ext uri="{FF2B5EF4-FFF2-40B4-BE49-F238E27FC236}">
                <a16:creationId xmlns:a16="http://schemas.microsoft.com/office/drawing/2014/main" id="{9B76B437-0882-6D36-53EF-5B77E29694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838" y="4504359"/>
            <a:ext cx="10728325" cy="3284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de-DE"/>
              <a:t>INTERNAL</a:t>
            </a:r>
          </a:p>
        </p:txBody>
      </p:sp>
      <p:sp>
        <p:nvSpPr>
          <p:cNvPr id="6" name="Bildplatzhalter 4" descr="Placeholder area for inserting an image by clicking on the image icon&#10;">
            <a:extLst>
              <a:ext uri="{FF2B5EF4-FFF2-40B4-BE49-F238E27FC236}">
                <a16:creationId xmlns:a16="http://schemas.microsoft.com/office/drawing/2014/main" id="{D0778B94-5275-0990-2966-9640834FD4AE}"/>
              </a:ext>
            </a:extLst>
          </p:cNvPr>
          <p:cNvSpPr txBox="1">
            <a:spLocks/>
          </p:cNvSpPr>
          <p:nvPr userDrawn="1"/>
        </p:nvSpPr>
        <p:spPr>
          <a:xfrm>
            <a:off x="6144739" y="5873092"/>
            <a:ext cx="2053688" cy="5935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74675" indent="-28575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0425" indent="-28575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4738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Symbol" panose="05050102010706020507" pitchFamily="18" charset="2"/>
              <a:buChar char="-"/>
              <a:tabLst>
                <a:tab pos="1074738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</a:pPr>
            <a:r>
              <a:rPr lang="en-GB" sz="1000" b="1"/>
              <a:t>Logo of cooperation partner</a:t>
            </a:r>
            <a:endParaRPr lang="en-GB" sz="1000"/>
          </a:p>
          <a:p>
            <a:endParaRPr lang="de-DE"/>
          </a:p>
        </p:txBody>
      </p:sp>
      <p:sp>
        <p:nvSpPr>
          <p:cNvPr id="7" name="Bildplatzhalter 4" descr="Placeholder area for inserting an image by clicking on the image icon&#10;">
            <a:extLst>
              <a:ext uri="{FF2B5EF4-FFF2-40B4-BE49-F238E27FC236}">
                <a16:creationId xmlns:a16="http://schemas.microsoft.com/office/drawing/2014/main" id="{AAA97945-46A4-662E-9AB0-9D55DB88E018}"/>
              </a:ext>
            </a:extLst>
          </p:cNvPr>
          <p:cNvSpPr txBox="1">
            <a:spLocks/>
          </p:cNvSpPr>
          <p:nvPr userDrawn="1"/>
        </p:nvSpPr>
        <p:spPr>
          <a:xfrm>
            <a:off x="8770175" y="5873092"/>
            <a:ext cx="2053688" cy="5935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74675" indent="-28575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0425" indent="-28575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4738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Symbol" panose="05050102010706020507" pitchFamily="18" charset="2"/>
              <a:buChar char="-"/>
              <a:tabLst>
                <a:tab pos="1074738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</a:pPr>
            <a:r>
              <a:rPr lang="en-GB" sz="1000" b="1"/>
              <a:t>Logo of cooperation partner</a:t>
            </a:r>
            <a:endParaRPr lang="en-GB" sz="1000"/>
          </a:p>
          <a:p>
            <a:endParaRPr lang="de-D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64A1FBF-5F94-3AD8-D883-08501078D1EA}"/>
              </a:ext>
            </a:extLst>
          </p:cNvPr>
          <p:cNvSpPr txBox="1"/>
          <p:nvPr userDrawn="1"/>
        </p:nvSpPr>
        <p:spPr>
          <a:xfrm>
            <a:off x="6146273" y="5573356"/>
            <a:ext cx="2149311" cy="2651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2400"/>
              </a:lnSpc>
            </a:pPr>
            <a:r>
              <a:rPr lang="es-PE" sz="1200" b="0">
                <a:latin typeface="Arial Narrow" panose="020B0606020202030204" pitchFamily="34" charset="0"/>
              </a:rPr>
              <a:t>En cooperación con: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D4B60CB-62E0-90A8-2FFA-153029B1DD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2396" y="4986509"/>
            <a:ext cx="5004000" cy="1741127"/>
            <a:chOff x="7744476" y="4989357"/>
            <a:chExt cx="4359284" cy="1516802"/>
          </a:xfrm>
        </p:grpSpPr>
        <p:pic>
          <p:nvPicPr>
            <p:cNvPr id="17" name="Imagen 16" descr="Un dibujo animado con letras&#10;&#10;El contenido generado por IA puede ser incorrecto.">
              <a:extLst>
                <a:ext uri="{FF2B5EF4-FFF2-40B4-BE49-F238E27FC236}">
                  <a16:creationId xmlns:a16="http://schemas.microsoft.com/office/drawing/2014/main" id="{5ABD013C-693C-4FAB-D9A8-28D042AB5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4476" y="4989357"/>
              <a:ext cx="2430000" cy="1515409"/>
            </a:xfrm>
            <a:prstGeom prst="rect">
              <a:avLst/>
            </a:prstGeom>
          </p:spPr>
        </p:pic>
        <p:pic>
          <p:nvPicPr>
            <p:cNvPr id="18" name="Imagen 17" descr="Interfaz de usuario gráfica&#10;&#10;El contenido generado por IA puede ser incorrecto.">
              <a:extLst>
                <a:ext uri="{FF2B5EF4-FFF2-40B4-BE49-F238E27FC236}">
                  <a16:creationId xmlns:a16="http://schemas.microsoft.com/office/drawing/2014/main" id="{7CACBBFE-B306-CA32-7567-1F350809E3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93760" y="5285553"/>
              <a:ext cx="1710000" cy="12206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537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Standard text slide</a:t>
            </a:r>
            <a:endParaRPr lang="de-DE"/>
          </a:p>
        </p:txBody>
      </p:sp>
      <p:sp>
        <p:nvSpPr>
          <p:cNvPr id="5" name="Inhaltsplatzhalter">
            <a:extLst>
              <a:ext uri="{FF2B5EF4-FFF2-40B4-BE49-F238E27FC236}">
                <a16:creationId xmlns:a16="http://schemas.microsoft.com/office/drawing/2014/main" id="{07E9C968-0C37-0EDB-8C88-3B0988384D5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31837" y="1952625"/>
            <a:ext cx="10728325" cy="3924299"/>
          </a:xfrm>
        </p:spPr>
        <p:txBody>
          <a:bodyPr/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19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727200"/>
            <a:ext cx="10728000" cy="828673"/>
          </a:xfrm>
        </p:spPr>
        <p:txBody>
          <a:bodyPr/>
          <a:lstStyle/>
          <a:p>
            <a:r>
              <a:rPr kumimoji="0" lang="en-GB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Text slide, with two columns</a:t>
            </a:r>
            <a:endParaRPr lang="de-DE"/>
          </a:p>
        </p:txBody>
      </p:sp>
      <p:sp>
        <p:nvSpPr>
          <p:cNvPr id="5" name="Inhaltsplatzhalter">
            <a:extLst>
              <a:ext uri="{FF2B5EF4-FFF2-40B4-BE49-F238E27FC236}">
                <a16:creationId xmlns:a16="http://schemas.microsoft.com/office/drawing/2014/main" id="{F181B29B-7F3E-AE95-01D0-F32BBB2B940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31837" y="1952625"/>
            <a:ext cx="10728000" cy="3924299"/>
          </a:xfrm>
        </p:spPr>
        <p:txBody>
          <a:bodyPr numCol="2" spcCol="216000"/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900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728663"/>
            <a:ext cx="8640000" cy="828673"/>
          </a:xfrm>
        </p:spPr>
        <p:txBody>
          <a:bodyPr/>
          <a:lstStyle>
            <a:lvl1pPr>
              <a:defRPr/>
            </a:lvl1pPr>
          </a:lstStyle>
          <a:p>
            <a: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Agenda 1 </a:t>
            </a:r>
            <a:b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Efit tem hictum et ma</a:t>
            </a:r>
            <a:endParaRPr lang="de-DE"/>
          </a:p>
        </p:txBody>
      </p:sp>
      <p:sp>
        <p:nvSpPr>
          <p:cNvPr id="7" name="Inhaltsplatzhalter">
            <a:extLst>
              <a:ext uri="{FF2B5EF4-FFF2-40B4-BE49-F238E27FC236}">
                <a16:creationId xmlns:a16="http://schemas.microsoft.com/office/drawing/2014/main" id="{46C7D8E5-8443-252A-8A90-73BAB8CE8C6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31837" y="1952625"/>
            <a:ext cx="10728325" cy="3924299"/>
          </a:xfrm>
        </p:spPr>
        <p:txBody>
          <a:bodyPr numCol="1" spcCol="342000"/>
          <a:lstStyle>
            <a:lvl1pPr marL="342900" indent="-342900">
              <a:buFont typeface="+mj-lt"/>
              <a:buAutoNum type="arabicPeriod"/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de-DE"/>
              <a:t>Edit master text format</a:t>
            </a:r>
          </a:p>
        </p:txBody>
      </p:sp>
    </p:spTree>
    <p:extLst>
      <p:ext uri="{BB962C8B-B14F-4D97-AF65-F5344CB8AC3E}">
        <p14:creationId xmlns:p14="http://schemas.microsoft.com/office/powerpoint/2010/main" val="420877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Agenda 2 </a:t>
            </a:r>
            <a:b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Efit tem hictum et ma</a:t>
            </a:r>
            <a:endParaRPr lang="de-DE"/>
          </a:p>
        </p:txBody>
      </p:sp>
      <p:sp>
        <p:nvSpPr>
          <p:cNvPr id="8" name="Inhaltsplatzhalter">
            <a:extLst>
              <a:ext uri="{FF2B5EF4-FFF2-40B4-BE49-F238E27FC236}">
                <a16:creationId xmlns:a16="http://schemas.microsoft.com/office/drawing/2014/main" id="{18114137-C409-3F17-2985-C5627DFAC0C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31837" y="1952625"/>
            <a:ext cx="10728325" cy="3924299"/>
          </a:xfrm>
        </p:spPr>
        <p:txBody>
          <a:bodyPr numCol="1" spcCol="342000"/>
          <a:lstStyle>
            <a:lvl1pPr marL="342900" indent="-342900">
              <a:buFont typeface="+mj-lt"/>
              <a:buAutoNum type="arabicPeriod"/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de-DE"/>
              <a:t>Edit master text format</a:t>
            </a:r>
          </a:p>
        </p:txBody>
      </p:sp>
    </p:spTree>
    <p:extLst>
      <p:ext uri="{BB962C8B-B14F-4D97-AF65-F5344CB8AC3E}">
        <p14:creationId xmlns:p14="http://schemas.microsoft.com/office/powerpoint/2010/main" val="1718467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6" y="728663"/>
            <a:ext cx="8460000" cy="82867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Text slide 1</a:t>
            </a:r>
          </a:p>
        </p:txBody>
      </p:sp>
      <p:sp>
        <p:nvSpPr>
          <p:cNvPr id="8" name="Inhaltsplatzhalter">
            <a:extLst>
              <a:ext uri="{FF2B5EF4-FFF2-40B4-BE49-F238E27FC236}">
                <a16:creationId xmlns:a16="http://schemas.microsoft.com/office/drawing/2014/main" id="{0445CD4C-0823-8B11-1038-10FCCFC8F3E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31837" y="1952625"/>
            <a:ext cx="8459999" cy="3924299"/>
          </a:xfrm>
        </p:spPr>
        <p:txBody>
          <a:bodyPr/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688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728663"/>
            <a:ext cx="8460000" cy="828673"/>
          </a:xfrm>
        </p:spPr>
        <p:txBody>
          <a:bodyPr/>
          <a:lstStyle>
            <a:lvl1pPr>
              <a:defRPr/>
            </a:lvl1pPr>
          </a:lstStyle>
          <a:p>
            <a:r>
              <a:rPr kumimoji="0" lang="en-GB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Text slide 2</a:t>
            </a:r>
            <a:endParaRPr lang="de-DE"/>
          </a:p>
        </p:txBody>
      </p:sp>
      <p:sp>
        <p:nvSpPr>
          <p:cNvPr id="6" name="Inhaltsplatzhalter">
            <a:extLst>
              <a:ext uri="{FF2B5EF4-FFF2-40B4-BE49-F238E27FC236}">
                <a16:creationId xmlns:a16="http://schemas.microsoft.com/office/drawing/2014/main" id="{4BB707CF-A41B-DB71-B761-64AD49B41A2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31837" y="1952625"/>
            <a:ext cx="8459999" cy="3924299"/>
          </a:xfrm>
        </p:spPr>
        <p:txBody>
          <a:bodyPr/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2334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en-GB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Text slide with photo</a:t>
            </a:r>
            <a:b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Dissi beari cus sunda</a:t>
            </a:r>
            <a:endParaRPr lang="de-DE"/>
          </a:p>
        </p:txBody>
      </p:sp>
      <p:sp>
        <p:nvSpPr>
          <p:cNvPr id="5" name="Inhaltsplatzhalter">
            <a:extLst>
              <a:ext uri="{FF2B5EF4-FFF2-40B4-BE49-F238E27FC236}">
                <a16:creationId xmlns:a16="http://schemas.microsoft.com/office/drawing/2014/main" id="{28E8533F-FF22-47BD-8DF2-605BBF060C2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31837" y="1952625"/>
            <a:ext cx="5679123" cy="3924299"/>
          </a:xfrm>
        </p:spPr>
        <p:txBody>
          <a:bodyPr/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10" name="Bildplatzhalter" descr="Placeholder area for inserting an image by clicking on the image icon">
            <a:extLst>
              <a:ext uri="{FF2B5EF4-FFF2-40B4-BE49-F238E27FC236}">
                <a16:creationId xmlns:a16="http://schemas.microsoft.com/office/drawing/2014/main" id="{7EEDA0D0-04DD-7A45-D415-BD2FF7D70C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47998" y="728662"/>
            <a:ext cx="4712166" cy="5148263"/>
          </a:xfrm>
          <a:solidFill>
            <a:schemeClr val="bg2"/>
          </a:solidFill>
        </p:spPr>
        <p:txBody>
          <a:bodyPr tIns="360000" rIns="576000"/>
          <a:lstStyle>
            <a:lvl1pPr algn="r"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1658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2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728663"/>
            <a:ext cx="7295632" cy="6900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Project description</a:t>
            </a:r>
          </a:p>
        </p:txBody>
      </p:sp>
      <p:sp>
        <p:nvSpPr>
          <p:cNvPr id="7" name="Bildplatzhalter 1" descr="Placeholder area for inserting an image by clicking on the image icon">
            <a:extLst>
              <a:ext uri="{FF2B5EF4-FFF2-40B4-BE49-F238E27FC236}">
                <a16:creationId xmlns:a16="http://schemas.microsoft.com/office/drawing/2014/main" id="{4F854DB0-2F94-4878-993C-A64F2138C1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838" y="1752733"/>
            <a:ext cx="2903728" cy="1959952"/>
          </a:xfrm>
          <a:solidFill>
            <a:schemeClr val="bg2"/>
          </a:solidFill>
        </p:spPr>
        <p:txBody>
          <a:bodyPr lIns="180000" tIns="180000" rIns="0"/>
          <a:lstStyle>
            <a:lvl1pPr>
              <a:lnSpc>
                <a:spcPct val="100000"/>
              </a:lnSpc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  <p:sp>
        <p:nvSpPr>
          <p:cNvPr id="11" name="Bildplatzhalter 2" descr="Placeholder area for inserting an image by clicking on the image icon">
            <a:extLst>
              <a:ext uri="{FF2B5EF4-FFF2-40B4-BE49-F238E27FC236}">
                <a16:creationId xmlns:a16="http://schemas.microsoft.com/office/drawing/2014/main" id="{771DADB1-5E02-A865-A2A9-8DEDA3D2A00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838" y="3890005"/>
            <a:ext cx="2903728" cy="1959952"/>
          </a:xfrm>
          <a:solidFill>
            <a:schemeClr val="bg2"/>
          </a:solidFill>
        </p:spPr>
        <p:txBody>
          <a:bodyPr lIns="180000" tIns="180000" rIns="0"/>
          <a:lstStyle>
            <a:lvl1pPr>
              <a:lnSpc>
                <a:spcPct val="100000"/>
              </a:lnSpc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  <p:sp>
        <p:nvSpPr>
          <p:cNvPr id="5" name="Inhaltsplatzhalter">
            <a:extLst>
              <a:ext uri="{FF2B5EF4-FFF2-40B4-BE49-F238E27FC236}">
                <a16:creationId xmlns:a16="http://schemas.microsoft.com/office/drawing/2014/main" id="{071DED8E-3695-415B-9777-0D33EB3355F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891281" y="1752733"/>
            <a:ext cx="7568556" cy="4124191"/>
          </a:xfrm>
        </p:spPr>
        <p:txBody>
          <a:bodyPr numCol="2" spcCol="216000"/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3809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42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 hidden="1">
            <a:extLst>
              <a:ext uri="{FF2B5EF4-FFF2-40B4-BE49-F238E27FC236}">
                <a16:creationId xmlns:a16="http://schemas.microsoft.com/office/drawing/2014/main" id="{A8D286C5-0E0E-3A86-576B-42D0F9B9C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-1071261"/>
            <a:ext cx="10728325" cy="82867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" descr="Placeholder area for inserting an image by clicking on the image icon">
            <a:extLst>
              <a:ext uri="{FF2B5EF4-FFF2-40B4-BE49-F238E27FC236}">
                <a16:creationId xmlns:a16="http://schemas.microsoft.com/office/drawing/2014/main" id="{7EEDA0D0-04DD-7A45-D415-BD2FF7D70C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838" y="728662"/>
            <a:ext cx="10728326" cy="5148263"/>
          </a:xfrm>
          <a:solidFill>
            <a:schemeClr val="bg2"/>
          </a:solidFill>
        </p:spPr>
        <p:txBody>
          <a:bodyPr tIns="360000" rIns="576000"/>
          <a:lstStyle>
            <a:lvl1pPr algn="r"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</p:spTree>
    <p:extLst>
      <p:ext uri="{BB962C8B-B14F-4D97-AF65-F5344CB8AC3E}">
        <p14:creationId xmlns:p14="http://schemas.microsoft.com/office/powerpoint/2010/main" val="2543574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 hidden="1">
            <a:extLst>
              <a:ext uri="{FF2B5EF4-FFF2-40B4-BE49-F238E27FC236}">
                <a16:creationId xmlns:a16="http://schemas.microsoft.com/office/drawing/2014/main" id="{AED85DCA-D7DD-5FF4-3125-92B0CE344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-1217515"/>
            <a:ext cx="10728325" cy="82867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1" descr="Placeholder area for inserting an image by clicking on the image icon">
            <a:extLst>
              <a:ext uri="{FF2B5EF4-FFF2-40B4-BE49-F238E27FC236}">
                <a16:creationId xmlns:a16="http://schemas.microsoft.com/office/drawing/2014/main" id="{7EEDA0D0-04DD-7A45-D415-BD2FF7D70C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836" y="728662"/>
            <a:ext cx="4616114" cy="2583355"/>
          </a:xfrm>
          <a:solidFill>
            <a:schemeClr val="bg2"/>
          </a:solidFill>
        </p:spPr>
        <p:txBody>
          <a:bodyPr lIns="576000" tIns="360000" rIns="576000"/>
          <a:lstStyle>
            <a:lvl1pPr algn="l"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  <p:sp>
        <p:nvSpPr>
          <p:cNvPr id="6" name="Bildplatzhalter 2" descr="Placeholder area for inserting an image by clicking on the image icon">
            <a:extLst>
              <a:ext uri="{FF2B5EF4-FFF2-40B4-BE49-F238E27FC236}">
                <a16:creationId xmlns:a16="http://schemas.microsoft.com/office/drawing/2014/main" id="{0BC0E718-EB27-C336-6E9C-CA82E217B64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88437" y="728663"/>
            <a:ext cx="4616114" cy="2583355"/>
          </a:xfrm>
          <a:solidFill>
            <a:schemeClr val="bg2"/>
          </a:solidFill>
        </p:spPr>
        <p:txBody>
          <a:bodyPr lIns="576000" tIns="360000" rIns="0"/>
          <a:lstStyle>
            <a:lvl1pPr algn="l"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  <p:sp>
        <p:nvSpPr>
          <p:cNvPr id="7" name="Bildplatzhalter 3" descr="Placeholder area for inserting an image by clicking on the image icon">
            <a:extLst>
              <a:ext uri="{FF2B5EF4-FFF2-40B4-BE49-F238E27FC236}">
                <a16:creationId xmlns:a16="http://schemas.microsoft.com/office/drawing/2014/main" id="{A855E4CA-050F-DE8C-8311-663BC826E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838" y="3492257"/>
            <a:ext cx="4616114" cy="2583355"/>
          </a:xfrm>
          <a:solidFill>
            <a:schemeClr val="bg2"/>
          </a:solidFill>
        </p:spPr>
        <p:txBody>
          <a:bodyPr lIns="576000" tIns="360000" rIns="576000"/>
          <a:lstStyle>
            <a:lvl1pPr algn="l"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  <p:sp>
        <p:nvSpPr>
          <p:cNvPr id="8" name="Bildplatzhalter 4" descr="Placeholder area for inserting an image by clicking on the image icon">
            <a:extLst>
              <a:ext uri="{FF2B5EF4-FFF2-40B4-BE49-F238E27FC236}">
                <a16:creationId xmlns:a16="http://schemas.microsoft.com/office/drawing/2014/main" id="{8BE5FB43-0580-83AE-1654-4BADCE56144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488437" y="3492258"/>
            <a:ext cx="4616114" cy="2583355"/>
          </a:xfrm>
          <a:solidFill>
            <a:schemeClr val="bg2"/>
          </a:solidFill>
        </p:spPr>
        <p:txBody>
          <a:bodyPr lIns="576000" tIns="360000" rIns="720000"/>
          <a:lstStyle>
            <a:lvl1pPr algn="l"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</p:spTree>
    <p:extLst>
      <p:ext uri="{BB962C8B-B14F-4D97-AF65-F5344CB8AC3E}">
        <p14:creationId xmlns:p14="http://schemas.microsoft.com/office/powerpoint/2010/main" val="3070574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">
            <a:extLst>
              <a:ext uri="{FF2B5EF4-FFF2-40B4-BE49-F238E27FC236}">
                <a16:creationId xmlns:a16="http://schemas.microsoft.com/office/drawing/2014/main" id="{4E9EEE8A-8927-0C3B-B45C-FD60391A46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7659" y="6408484"/>
            <a:ext cx="554177" cy="174857"/>
          </a:xfrm>
        </p:spPr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5C941AB0-6598-AD0D-F8F5-2967E1736F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1838" y="6408484"/>
            <a:ext cx="9958440" cy="174857"/>
          </a:xfrm>
        </p:spPr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61FE4E10-77D7-3148-9033-AC6658A93A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837" y="1048871"/>
            <a:ext cx="10728325" cy="4828054"/>
          </a:xfrm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/>
            </a:lvl1pPr>
          </a:lstStyle>
          <a:p>
            <a:r>
              <a:rPr lang="de-DE"/>
              <a:t>Transition slide 1</a:t>
            </a:r>
          </a:p>
        </p:txBody>
      </p:sp>
    </p:spTree>
    <p:extLst>
      <p:ext uri="{BB962C8B-B14F-4D97-AF65-F5344CB8AC3E}">
        <p14:creationId xmlns:p14="http://schemas.microsoft.com/office/powerpoint/2010/main" val="3199911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">
            <a:extLst>
              <a:ext uri="{FF2B5EF4-FFF2-40B4-BE49-F238E27FC236}">
                <a16:creationId xmlns:a16="http://schemas.microsoft.com/office/drawing/2014/main" id="{4E9EEE8A-8927-0C3B-B45C-FD60391A46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7659" y="6408484"/>
            <a:ext cx="554177" cy="174857"/>
          </a:xfrm>
        </p:spPr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5C941AB0-6598-AD0D-F8F5-2967E1736F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1838" y="6408484"/>
            <a:ext cx="9958440" cy="174857"/>
          </a:xfrm>
        </p:spPr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61FE4E10-77D7-3148-9033-AC6658A93A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837" y="1048871"/>
            <a:ext cx="10728325" cy="4828054"/>
          </a:xfrm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/>
            </a:lvl1pPr>
          </a:lstStyle>
          <a:p>
            <a:r>
              <a:rPr lang="de-DE"/>
              <a:t>Transition slide 2</a:t>
            </a:r>
          </a:p>
        </p:txBody>
      </p:sp>
    </p:spTree>
    <p:extLst>
      <p:ext uri="{BB962C8B-B14F-4D97-AF65-F5344CB8AC3E}">
        <p14:creationId xmlns:p14="http://schemas.microsoft.com/office/powerpoint/2010/main" val="3954782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">
            <a:extLst>
              <a:ext uri="{FF2B5EF4-FFF2-40B4-BE49-F238E27FC236}">
                <a16:creationId xmlns:a16="http://schemas.microsoft.com/office/drawing/2014/main" id="{4E9EEE8A-8927-0C3B-B45C-FD60391A46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7659" y="6408484"/>
            <a:ext cx="554177" cy="174857"/>
          </a:xfrm>
        </p:spPr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5C941AB0-6598-AD0D-F8F5-2967E1736F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1838" y="6408484"/>
            <a:ext cx="9958440" cy="174857"/>
          </a:xfrm>
        </p:spPr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61FE4E10-77D7-3148-9033-AC6658A93A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837" y="1048871"/>
            <a:ext cx="10728325" cy="4828054"/>
          </a:xfrm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/>
            </a:lvl1pPr>
          </a:lstStyle>
          <a:p>
            <a:r>
              <a:rPr lang="de-DE"/>
              <a:t>Transition slide 3</a:t>
            </a:r>
          </a:p>
        </p:txBody>
      </p:sp>
    </p:spTree>
    <p:extLst>
      <p:ext uri="{BB962C8B-B14F-4D97-AF65-F5344CB8AC3E}">
        <p14:creationId xmlns:p14="http://schemas.microsoft.com/office/powerpoint/2010/main" val="910339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 hidden="1">
            <a:extLst>
              <a:ext uri="{FF2B5EF4-FFF2-40B4-BE49-F238E27FC236}">
                <a16:creationId xmlns:a16="http://schemas.microsoft.com/office/drawing/2014/main" id="{60D05C7B-59F7-C4EC-7F1A-E3A23FD4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-1211638"/>
            <a:ext cx="10728325" cy="82867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Bildplatzhalter" descr="Placeholder area for inserting an image by clicking on the image icon">
            <a:extLst>
              <a:ext uri="{FF2B5EF4-FFF2-40B4-BE49-F238E27FC236}">
                <a16:creationId xmlns:a16="http://schemas.microsoft.com/office/drawing/2014/main" id="{C864D4FA-56E5-8800-71B3-30D44A422696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31838" y="728663"/>
            <a:ext cx="5040312" cy="5148262"/>
          </a:xfrm>
          <a:solidFill>
            <a:schemeClr val="bg2"/>
          </a:solidFill>
        </p:spPr>
        <p:txBody>
          <a:bodyPr lIns="576000" tIns="360000"/>
          <a:lstStyle>
            <a:lvl1pPr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  <p:sp>
        <p:nvSpPr>
          <p:cNvPr id="5" name="Hintergrundfläche">
            <a:extLst>
              <a:ext uri="{FF2B5EF4-FFF2-40B4-BE49-F238E27FC236}">
                <a16:creationId xmlns:a16="http://schemas.microsoft.com/office/drawing/2014/main" id="{6A4144E0-9564-86D9-BAAE-DF0DF1E5FBAB}"/>
              </a:ext>
            </a:extLst>
          </p:cNvPr>
          <p:cNvSpPr/>
          <p:nvPr userDrawn="1"/>
        </p:nvSpPr>
        <p:spPr>
          <a:xfrm>
            <a:off x="5772150" y="728663"/>
            <a:ext cx="5649512" cy="5148000"/>
          </a:xfrm>
          <a:prstGeom prst="rect">
            <a:avLst/>
          </a:prstGeom>
          <a:gradFill>
            <a:gsLst>
              <a:gs pos="0">
                <a:srgbClr val="FFE67C"/>
              </a:gs>
              <a:gs pos="100000">
                <a:srgbClr val="E5D7F3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platzhalter 1">
            <a:extLst>
              <a:ext uri="{FF2B5EF4-FFF2-40B4-BE49-F238E27FC236}">
                <a16:creationId xmlns:a16="http://schemas.microsoft.com/office/drawing/2014/main" id="{E4900E41-7DE1-85E6-4445-BB731E9BDEA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721372" y="1564342"/>
            <a:ext cx="3746319" cy="435007"/>
          </a:xfrm>
          <a:solidFill>
            <a:schemeClr val="bg1"/>
          </a:solidFill>
        </p:spPr>
        <p:txBody>
          <a:bodyPr wrap="none" lIns="108000" tIns="108000" rIns="108000" bIns="18000" anchor="ctr" anchorCtr="0">
            <a:spAutoFit/>
          </a:bodyPr>
          <a:lstStyle>
            <a:lvl1pPr algn="ctr"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0" lang="en-GB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Here is a </a:t>
            </a:r>
            <a:r>
              <a:rPr kumimoji="0" lang="en-GB" sz="26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quote</a:t>
            </a:r>
            <a:r>
              <a:rPr kumimoji="0" lang="en-GB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 a text</a:t>
            </a:r>
            <a:endParaRPr lang="de-DE"/>
          </a:p>
        </p:txBody>
      </p:sp>
      <p:sp>
        <p:nvSpPr>
          <p:cNvPr id="26" name="Textplatzhalter 2">
            <a:extLst>
              <a:ext uri="{FF2B5EF4-FFF2-40B4-BE49-F238E27FC236}">
                <a16:creationId xmlns:a16="http://schemas.microsoft.com/office/drawing/2014/main" id="{FC509907-5CCF-7271-EAB9-DE1B20C7B79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460468" y="2069653"/>
            <a:ext cx="4268129" cy="435007"/>
          </a:xfrm>
          <a:solidFill>
            <a:schemeClr val="bg1"/>
          </a:solidFill>
        </p:spPr>
        <p:txBody>
          <a:bodyPr wrap="none" lIns="108000" tIns="108000" rIns="108000" bIns="18000" anchor="ctr" anchorCtr="0">
            <a:spAutoFit/>
          </a:bodyPr>
          <a:lstStyle>
            <a:lvl1pPr algn="ctr">
              <a:defRPr sz="2600" b="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box. Any boxes that are not</a:t>
            </a:r>
          </a:p>
        </p:txBody>
      </p:sp>
      <p:sp>
        <p:nvSpPr>
          <p:cNvPr id="27" name="Textplatzhalter 3">
            <a:extLst>
              <a:ext uri="{FF2B5EF4-FFF2-40B4-BE49-F238E27FC236}">
                <a16:creationId xmlns:a16="http://schemas.microsoft.com/office/drawing/2014/main" id="{8E3EFDB0-A892-48B6-FED3-6FDCA00274A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730189" y="2574964"/>
            <a:ext cx="3728686" cy="435007"/>
          </a:xfrm>
          <a:solidFill>
            <a:schemeClr val="bg1"/>
          </a:solidFill>
        </p:spPr>
        <p:txBody>
          <a:bodyPr wrap="none" lIns="108000" tIns="108000" rIns="108000" bIns="18000" anchor="ctr" anchorCtr="0">
            <a:spAutoFit/>
          </a:bodyPr>
          <a:lstStyle>
            <a:lvl1pPr algn="ctr"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required can be deleted</a:t>
            </a:r>
          </a:p>
        </p:txBody>
      </p:sp>
      <p:sp>
        <p:nvSpPr>
          <p:cNvPr id="28" name="Textplatzhalter 4">
            <a:extLst>
              <a:ext uri="{FF2B5EF4-FFF2-40B4-BE49-F238E27FC236}">
                <a16:creationId xmlns:a16="http://schemas.microsoft.com/office/drawing/2014/main" id="{E56CE7D0-DF87-685E-5D3C-708249B8B07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22390" y="3080275"/>
            <a:ext cx="4744284" cy="435007"/>
          </a:xfrm>
          <a:solidFill>
            <a:schemeClr val="bg1"/>
          </a:solidFill>
        </p:spPr>
        <p:txBody>
          <a:bodyPr wrap="none" lIns="108000" tIns="108000" rIns="108000" bIns="18000" anchor="ctr" anchorCtr="0">
            <a:spAutoFit/>
          </a:bodyPr>
          <a:lstStyle>
            <a:lvl1pPr algn="ctr"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if necessary, depending on the</a:t>
            </a:r>
          </a:p>
        </p:txBody>
      </p:sp>
      <p:sp>
        <p:nvSpPr>
          <p:cNvPr id="29" name="Textplatzhalter 5">
            <a:extLst>
              <a:ext uri="{FF2B5EF4-FFF2-40B4-BE49-F238E27FC236}">
                <a16:creationId xmlns:a16="http://schemas.microsoft.com/office/drawing/2014/main" id="{6C8B5480-CBA8-F627-8821-9C980AA0D7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175824" y="3585587"/>
            <a:ext cx="2837416" cy="435007"/>
          </a:xfrm>
          <a:solidFill>
            <a:schemeClr val="bg1"/>
          </a:solidFill>
        </p:spPr>
        <p:txBody>
          <a:bodyPr wrap="none" lIns="108000" tIns="108000" rIns="108000" bIns="18000" anchor="ctr" anchorCtr="0">
            <a:spAutoFit/>
          </a:bodyPr>
          <a:lstStyle>
            <a:lvl1pPr algn="ctr"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size of the quote’.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198076B9-DA43-8685-6BC1-9306AE4A472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774275" y="4589545"/>
            <a:ext cx="3640521" cy="453183"/>
          </a:xfrm>
          <a:solidFill>
            <a:srgbClr val="FFE67C"/>
          </a:solidFill>
        </p:spPr>
        <p:txBody>
          <a:bodyPr wrap="none" lIns="108000" tIns="72000" rIns="108000" bIns="72000" anchor="ctr" anchorCtr="0">
            <a:spAutoFit/>
          </a:bodyPr>
          <a:lstStyle>
            <a:lvl1pPr algn="ctr"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Family name, given name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392F9EF6-78AA-9826-CB6A-9854376AB28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75109" y="5042728"/>
            <a:ext cx="1038847" cy="410578"/>
          </a:xfrm>
          <a:solidFill>
            <a:schemeClr val="accent1"/>
          </a:solidFill>
        </p:spPr>
        <p:txBody>
          <a:bodyPr wrap="none" lIns="108000" tIns="54000" rIns="108000" bIns="72000" anchor="ctr" anchorCtr="0">
            <a:spAutoFit/>
          </a:bodyPr>
          <a:lstStyle>
            <a:lvl1pPr algn="ctr"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525456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 hidden="1">
            <a:extLst>
              <a:ext uri="{FF2B5EF4-FFF2-40B4-BE49-F238E27FC236}">
                <a16:creationId xmlns:a16="http://schemas.microsoft.com/office/drawing/2014/main" id="{5D463964-8CBE-6371-7C28-F1EE2A1E5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-1411478"/>
            <a:ext cx="10728325" cy="82867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" descr="Placeholder area for inserting an image by clicking on the image icon">
            <a:extLst>
              <a:ext uri="{FF2B5EF4-FFF2-40B4-BE49-F238E27FC236}">
                <a16:creationId xmlns:a16="http://schemas.microsoft.com/office/drawing/2014/main" id="{74729C93-BCF7-AD56-9590-322E156D448B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31838" y="728663"/>
            <a:ext cx="5040312" cy="5148262"/>
          </a:xfrm>
          <a:solidFill>
            <a:schemeClr val="bg2"/>
          </a:solidFill>
        </p:spPr>
        <p:txBody>
          <a:bodyPr lIns="576000" tIns="360000"/>
          <a:lstStyle>
            <a:lvl1pPr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  <p:sp>
        <p:nvSpPr>
          <p:cNvPr id="5" name="Hintergrundfläche">
            <a:extLst>
              <a:ext uri="{FF2B5EF4-FFF2-40B4-BE49-F238E27FC236}">
                <a16:creationId xmlns:a16="http://schemas.microsoft.com/office/drawing/2014/main" id="{6A4144E0-9564-86D9-BAAE-DF0DF1E5FBAB}"/>
              </a:ext>
            </a:extLst>
          </p:cNvPr>
          <p:cNvSpPr>
            <a:spLocks/>
          </p:cNvSpPr>
          <p:nvPr userDrawn="1"/>
        </p:nvSpPr>
        <p:spPr>
          <a:xfrm>
            <a:off x="5772150" y="728663"/>
            <a:ext cx="5649512" cy="5148000"/>
          </a:xfrm>
          <a:prstGeom prst="rect">
            <a:avLst/>
          </a:prstGeom>
          <a:gradFill>
            <a:gsLst>
              <a:gs pos="0">
                <a:srgbClr val="D0EB78"/>
              </a:gs>
              <a:gs pos="100000">
                <a:srgbClr val="A7E6FD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platzhalter 1">
            <a:extLst>
              <a:ext uri="{FF2B5EF4-FFF2-40B4-BE49-F238E27FC236}">
                <a16:creationId xmlns:a16="http://schemas.microsoft.com/office/drawing/2014/main" id="{62B1956E-82E4-A01F-5EFA-FA015F79F1A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721372" y="1564342"/>
            <a:ext cx="3746319" cy="435007"/>
          </a:xfrm>
          <a:solidFill>
            <a:schemeClr val="bg1"/>
          </a:solidFill>
        </p:spPr>
        <p:txBody>
          <a:bodyPr wrap="none" lIns="108000" tIns="108000" rIns="108000" bIns="18000" anchor="ctr" anchorCtr="0">
            <a:spAutoFit/>
          </a:bodyPr>
          <a:lstStyle>
            <a:lvl1pPr algn="ctr"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0" lang="en-GB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Here is a </a:t>
            </a:r>
            <a:r>
              <a:rPr kumimoji="0" lang="en-GB" sz="26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quote</a:t>
            </a:r>
            <a:r>
              <a:rPr kumimoji="0" lang="en-GB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 a text</a:t>
            </a:r>
            <a:endParaRPr lang="de-DE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71FD7536-3AE6-01F6-148B-318174238BB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460468" y="2069653"/>
            <a:ext cx="4268129" cy="435007"/>
          </a:xfrm>
          <a:solidFill>
            <a:schemeClr val="bg1"/>
          </a:solidFill>
        </p:spPr>
        <p:txBody>
          <a:bodyPr wrap="none" lIns="108000" tIns="108000" rIns="108000" bIns="18000" anchor="ctr" anchorCtr="0">
            <a:spAutoFit/>
          </a:bodyPr>
          <a:lstStyle>
            <a:lvl1pPr algn="ctr">
              <a:defRPr sz="2600" b="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box. Any boxes that are not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CEDAD610-7AD0-5512-F44E-54DEF35063F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730189" y="2574964"/>
            <a:ext cx="3728686" cy="435007"/>
          </a:xfrm>
          <a:solidFill>
            <a:schemeClr val="bg1"/>
          </a:solidFill>
        </p:spPr>
        <p:txBody>
          <a:bodyPr wrap="none" lIns="108000" tIns="108000" rIns="108000" bIns="18000" anchor="ctr" anchorCtr="0">
            <a:spAutoFit/>
          </a:bodyPr>
          <a:lstStyle>
            <a:lvl1pPr algn="ctr"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required can be deleted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54026D93-11C8-3F15-BF9B-12D2B7D2B0B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22390" y="3080275"/>
            <a:ext cx="4744284" cy="435007"/>
          </a:xfrm>
          <a:solidFill>
            <a:schemeClr val="bg1"/>
          </a:solidFill>
        </p:spPr>
        <p:txBody>
          <a:bodyPr wrap="none" lIns="108000" tIns="108000" rIns="108000" bIns="18000" anchor="ctr" anchorCtr="0">
            <a:spAutoFit/>
          </a:bodyPr>
          <a:lstStyle>
            <a:lvl1pPr algn="ctr"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if necessary, depending on the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FBFDC8BE-9103-323F-7523-9C1C6F19FC9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175824" y="3585587"/>
            <a:ext cx="2837416" cy="435007"/>
          </a:xfrm>
          <a:solidFill>
            <a:schemeClr val="bg1"/>
          </a:solidFill>
        </p:spPr>
        <p:txBody>
          <a:bodyPr wrap="none" lIns="108000" tIns="108000" rIns="108000" bIns="18000" anchor="ctr" anchorCtr="0">
            <a:spAutoFit/>
          </a:bodyPr>
          <a:lstStyle>
            <a:lvl1pPr algn="ctr"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size of the quote’.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6C978B1A-14E9-0E45-9EC0-0631AFFBF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774275" y="4589545"/>
            <a:ext cx="3640521" cy="453183"/>
          </a:xfrm>
          <a:solidFill>
            <a:srgbClr val="D0EB78"/>
          </a:solidFill>
        </p:spPr>
        <p:txBody>
          <a:bodyPr wrap="none" lIns="108000" tIns="72000" rIns="108000" bIns="72000" anchor="ctr" anchorCtr="0">
            <a:spAutoFit/>
          </a:bodyPr>
          <a:lstStyle>
            <a:lvl1pPr algn="ctr"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Family name, given name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E9F4B987-6439-8215-4308-022FD588A86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75109" y="5042728"/>
            <a:ext cx="1038847" cy="410578"/>
          </a:xfrm>
          <a:solidFill>
            <a:schemeClr val="accent1"/>
          </a:solidFill>
        </p:spPr>
        <p:txBody>
          <a:bodyPr wrap="none" lIns="108000" tIns="54000" rIns="108000" bIns="72000" anchor="ctr" anchorCtr="0">
            <a:spAutoFit/>
          </a:bodyPr>
          <a:lstStyle>
            <a:lvl1pPr algn="ctr"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274413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Contact 1</a:t>
            </a:r>
          </a:p>
        </p:txBody>
      </p:sp>
      <p:sp>
        <p:nvSpPr>
          <p:cNvPr id="10" name="Bildplatzhalter 1" descr="Placeholder area for inserting an image by clicking on the image icon">
            <a:extLst>
              <a:ext uri="{FF2B5EF4-FFF2-40B4-BE49-F238E27FC236}">
                <a16:creationId xmlns:a16="http://schemas.microsoft.com/office/drawing/2014/main" id="{7EEDA0D0-04DD-7A45-D415-BD2FF7D70C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838" y="1952625"/>
            <a:ext cx="1576700" cy="1824105"/>
          </a:xfrm>
          <a:solidFill>
            <a:schemeClr val="bg2"/>
          </a:solidFill>
        </p:spPr>
        <p:txBody>
          <a:bodyPr lIns="144000" tIns="72000" rIns="0"/>
          <a:lstStyle>
            <a:lvl1pPr algn="l">
              <a:lnSpc>
                <a:spcPct val="100000"/>
              </a:lnSpc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8ADF65C-1C22-60E3-BAB7-09976079BA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5613" y="1952625"/>
            <a:ext cx="3260725" cy="1824038"/>
          </a:xfrm>
        </p:spPr>
        <p:txBody>
          <a:bodyPr/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0B597B22-C6C3-9C6D-5FA0-65755A7DF3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90479" y="1952625"/>
            <a:ext cx="3260725" cy="1824038"/>
          </a:xfrm>
        </p:spPr>
        <p:txBody>
          <a:bodyPr/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29" name="Bildplatzhalter 2" descr="Icon in the shape of a globe, symbol for the Internet address&#10;">
            <a:extLst>
              <a:ext uri="{FF2B5EF4-FFF2-40B4-BE49-F238E27FC236}">
                <a16:creationId xmlns:a16="http://schemas.microsoft.com/office/drawing/2014/main" id="{E30DEF29-91A7-FA00-A4AF-F39C6F3801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012826" y="4558133"/>
            <a:ext cx="185937" cy="187037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200">
                <a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a:blipFill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4DBB4638-3B33-ECB0-1D78-1A3EA81DB2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82963" y="4511719"/>
            <a:ext cx="8077200" cy="276225"/>
          </a:xfrm>
        </p:spPr>
        <p:txBody>
          <a:bodyPr/>
          <a:lstStyle>
            <a:lvl1pPr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www.giz.de</a:t>
            </a:r>
          </a:p>
          <a:p>
            <a:pPr lvl="0"/>
            <a:endParaRPr lang="de-DE"/>
          </a:p>
        </p:txBody>
      </p:sp>
      <p:sp>
        <p:nvSpPr>
          <p:cNvPr id="33" name="Bildplatzhalter 3" descr="Logo of the social media platform LinkedIn&#10;">
            <a:extLst>
              <a:ext uri="{FF2B5EF4-FFF2-40B4-BE49-F238E27FC236}">
                <a16:creationId xmlns:a16="http://schemas.microsoft.com/office/drawing/2014/main" id="{70E15CA5-1196-363D-8CDF-C479584B4D0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003947" y="4983499"/>
            <a:ext cx="203598" cy="207002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772" t="-22513" r="-26318" b="-28950"/>
            </a:stretch>
          </a:blipFill>
        </p:spPr>
        <p:txBody>
          <a:bodyPr/>
          <a:lstStyle>
            <a:lvl1pPr>
              <a:defRPr sz="200">
                <a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a:blipFill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25" name="Textplatzhalter 4">
            <a:extLst>
              <a:ext uri="{FF2B5EF4-FFF2-40B4-BE49-F238E27FC236}">
                <a16:creationId xmlns:a16="http://schemas.microsoft.com/office/drawing/2014/main" id="{BFC4B274-E976-E994-066B-C9F252288E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2963" y="4954494"/>
            <a:ext cx="8077200" cy="276225"/>
          </a:xfrm>
        </p:spPr>
        <p:txBody>
          <a:bodyPr/>
          <a:lstStyle>
            <a:lvl1pPr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gizgmbh</a:t>
            </a:r>
          </a:p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7413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en-GB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Contact </a:t>
            </a:r>
            <a: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2</a:t>
            </a:r>
            <a:endParaRPr lang="de-DE"/>
          </a:p>
        </p:txBody>
      </p:sp>
      <p:sp>
        <p:nvSpPr>
          <p:cNvPr id="6" name="Bildplatzhalter 7" descr="Placeholder area for inserting an image by clicking on the image icon">
            <a:extLst>
              <a:ext uri="{FF2B5EF4-FFF2-40B4-BE49-F238E27FC236}">
                <a16:creationId xmlns:a16="http://schemas.microsoft.com/office/drawing/2014/main" id="{3A7E487B-9F67-770C-5790-FCEE510E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838" y="1952625"/>
            <a:ext cx="1576700" cy="1824105"/>
          </a:xfrm>
          <a:solidFill>
            <a:schemeClr val="bg2"/>
          </a:solidFill>
        </p:spPr>
        <p:txBody>
          <a:bodyPr lIns="144000" tIns="72000" rIns="0"/>
          <a:lstStyle>
            <a:lvl1pPr algn="l">
              <a:lnSpc>
                <a:spcPct val="100000"/>
              </a:lnSpc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5DE754FE-352E-9D9C-72C2-983717B14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5613" y="1952625"/>
            <a:ext cx="3260725" cy="1824038"/>
          </a:xfrm>
        </p:spPr>
        <p:txBody>
          <a:bodyPr/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217D8385-D1B8-AAF9-7F78-5D7B4359C0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90479" y="1952625"/>
            <a:ext cx="3260725" cy="1824038"/>
          </a:xfrm>
        </p:spPr>
        <p:txBody>
          <a:bodyPr/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  <p:sp>
        <p:nvSpPr>
          <p:cNvPr id="29" name="Icon Internet" descr="Icon in the shape of a globe, symbol for the Internet address&#10;">
            <a:extLst>
              <a:ext uri="{FF2B5EF4-FFF2-40B4-BE49-F238E27FC236}">
                <a16:creationId xmlns:a16="http://schemas.microsoft.com/office/drawing/2014/main" id="{E30DEF29-91A7-FA00-A4AF-F39C6F3801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012826" y="4558133"/>
            <a:ext cx="185937" cy="187037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200">
                <a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a:blipFill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4DBB4638-3B33-ECB0-1D78-1A3EA81DB2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82963" y="4511719"/>
            <a:ext cx="8077200" cy="276225"/>
          </a:xfrm>
        </p:spPr>
        <p:txBody>
          <a:bodyPr/>
          <a:lstStyle>
            <a:lvl1pPr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www.giz.de</a:t>
            </a:r>
          </a:p>
          <a:p>
            <a:pPr lvl="0"/>
            <a:endParaRPr lang="de-DE"/>
          </a:p>
        </p:txBody>
      </p:sp>
      <p:sp>
        <p:nvSpPr>
          <p:cNvPr id="33" name="Icon LinkedIn" descr="Logo of the social media platform LinkedIn&#10;">
            <a:extLst>
              <a:ext uri="{FF2B5EF4-FFF2-40B4-BE49-F238E27FC236}">
                <a16:creationId xmlns:a16="http://schemas.microsoft.com/office/drawing/2014/main" id="{70E15CA5-1196-363D-8CDF-C479584B4D0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003947" y="4983499"/>
            <a:ext cx="203598" cy="207002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772" t="-22513" r="-26318" b="-28950"/>
            </a:stretch>
          </a:blipFill>
        </p:spPr>
        <p:txBody>
          <a:bodyPr/>
          <a:lstStyle>
            <a:lvl1pPr>
              <a:defRPr sz="200">
                <a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a:blipFill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25" name="Textplatzhalter 4">
            <a:extLst>
              <a:ext uri="{FF2B5EF4-FFF2-40B4-BE49-F238E27FC236}">
                <a16:creationId xmlns:a16="http://schemas.microsoft.com/office/drawing/2014/main" id="{BFC4B274-E976-E994-066B-C9F252288E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2963" y="4954494"/>
            <a:ext cx="8077200" cy="276225"/>
          </a:xfrm>
        </p:spPr>
        <p:txBody>
          <a:bodyPr/>
          <a:lstStyle>
            <a:lvl1pPr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gizgmbh</a:t>
            </a:r>
          </a:p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9789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and image credits &amp;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727200"/>
            <a:ext cx="10728000" cy="828673"/>
          </a:xfrm>
        </p:spPr>
        <p:txBody>
          <a:bodyPr/>
          <a:lstStyle/>
          <a:p>
            <a:r>
              <a:rPr kumimoji="0" lang="en-GB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Photo and image credits &amp; sources</a:t>
            </a:r>
            <a:endParaRPr lang="de-DE"/>
          </a:p>
        </p:txBody>
      </p:sp>
      <p:sp>
        <p:nvSpPr>
          <p:cNvPr id="8" name="Inhaltsplatzhalter">
            <a:extLst>
              <a:ext uri="{FF2B5EF4-FFF2-40B4-BE49-F238E27FC236}">
                <a16:creationId xmlns:a16="http://schemas.microsoft.com/office/drawing/2014/main" id="{522DB58D-7C3D-FF6F-8D6E-F34C6D37BC0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31837" y="1952625"/>
            <a:ext cx="10728325" cy="3924299"/>
          </a:xfrm>
        </p:spPr>
        <p:txBody>
          <a:bodyPr numCol="2" spcCol="342000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Photo or image credit/source/slide number 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GIZ/photographer given name and family name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Photo or image credit/source/slide number 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GIZ /illustrator given name and family name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Photo or image credit/source/slide number 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GIZ/photographer given name and family name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Photo or image credit/source/slide number 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GIZ /illustrator given name and family name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Photo or image credit/source/slide number 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GIZ/photographer given name and family name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Photo or image credit/source/slide number 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GIZ /illustrator given name and family name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Photo or image credit/source/slide number 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GIZ/photographer given name and family name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Photo or image credit/source/slide number 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GIZ /illustrator given name and family name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6110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pic>
        <p:nvPicPr>
          <p:cNvPr id="5" name="Logo" descr="GIZ logo with g i z in small red letters against a white background">
            <a:extLst>
              <a:ext uri="{FF2B5EF4-FFF2-40B4-BE49-F238E27FC236}">
                <a16:creationId xmlns:a16="http://schemas.microsoft.com/office/drawing/2014/main" id="{9047DFC9-0303-4747-502F-16723E7DA8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0564" y="5298252"/>
            <a:ext cx="3334438" cy="1165072"/>
          </a:xfrm>
          <a:prstGeom prst="rect">
            <a:avLst/>
          </a:prstGeom>
        </p:spPr>
      </p:pic>
      <p:sp>
        <p:nvSpPr>
          <p:cNvPr id="6" name="Logo Balken">
            <a:extLst>
              <a:ext uri="{FF2B5EF4-FFF2-40B4-BE49-F238E27FC236}">
                <a16:creationId xmlns:a16="http://schemas.microsoft.com/office/drawing/2014/main" id="{2BC04AF3-1193-BA86-F836-F8DA7FE29F95}"/>
              </a:ext>
            </a:extLst>
          </p:cNvPr>
          <p:cNvSpPr>
            <a:spLocks/>
          </p:cNvSpPr>
          <p:nvPr userDrawn="1"/>
        </p:nvSpPr>
        <p:spPr>
          <a:xfrm>
            <a:off x="7906439" y="6618684"/>
            <a:ext cx="4285561" cy="239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Deutsche Gesellschaft für</a:t>
            </a:r>
            <a:b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Internationale Zusammenarbeit (GIZ) GmbH</a:t>
            </a:r>
            <a:endParaRPr lang="de-DE"/>
          </a:p>
        </p:txBody>
      </p:sp>
      <p:sp>
        <p:nvSpPr>
          <p:cNvPr id="8" name="Inhaltsplatzhalter">
            <a:extLst>
              <a:ext uri="{FF2B5EF4-FFF2-40B4-BE49-F238E27FC236}">
                <a16:creationId xmlns:a16="http://schemas.microsoft.com/office/drawing/2014/main" id="{522DB58D-7C3D-FF6F-8D6E-F34C6D37BC0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Registered offices, Bonn and Eschborn</a:t>
            </a: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Friedrich-Ebert-Allee 32 + 36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53113 Bonn, Germany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 +49 228 44 60 - 0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  +49 228 44 60 - 17 66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Dag-Hammarskjöld-Weg 1 - 5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65760 Eschborn, Germany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 +49 61 96 79 - 0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  +49 61 96 79 - 11 15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  info@giz.de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  www.giz.de</a:t>
            </a:r>
          </a:p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67684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pic>
        <p:nvPicPr>
          <p:cNvPr id="5" name="Logo" descr="GIZ logo with g i z in small red letters against a white background&#10;">
            <a:extLst>
              <a:ext uri="{FF2B5EF4-FFF2-40B4-BE49-F238E27FC236}">
                <a16:creationId xmlns:a16="http://schemas.microsoft.com/office/drawing/2014/main" id="{9047DFC9-0303-4747-502F-16723E7DA8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0564" y="5298252"/>
            <a:ext cx="3334438" cy="1165072"/>
          </a:xfrm>
          <a:prstGeom prst="rect">
            <a:avLst/>
          </a:prstGeom>
        </p:spPr>
      </p:pic>
      <p:sp>
        <p:nvSpPr>
          <p:cNvPr id="6" name="Logo Balken">
            <a:extLst>
              <a:ext uri="{FF2B5EF4-FFF2-40B4-BE49-F238E27FC236}">
                <a16:creationId xmlns:a16="http://schemas.microsoft.com/office/drawing/2014/main" id="{2BC04AF3-1193-BA86-F836-F8DA7FE29F95}"/>
              </a:ext>
            </a:extLst>
          </p:cNvPr>
          <p:cNvSpPr>
            <a:spLocks/>
          </p:cNvSpPr>
          <p:nvPr userDrawn="1"/>
        </p:nvSpPr>
        <p:spPr>
          <a:xfrm>
            <a:off x="7906439" y="6618684"/>
            <a:ext cx="4285561" cy="239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Deutsche Gesellschaft für</a:t>
            </a:r>
            <a:b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de-DE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Internationale Zusammenarbeit (GIZ) GmbH </a:t>
            </a:r>
            <a:endParaRPr lang="de-DE"/>
          </a:p>
        </p:txBody>
      </p:sp>
      <p:sp>
        <p:nvSpPr>
          <p:cNvPr id="8" name="Inhaltsplatzhalter">
            <a:extLst>
              <a:ext uri="{FF2B5EF4-FFF2-40B4-BE49-F238E27FC236}">
                <a16:creationId xmlns:a16="http://schemas.microsoft.com/office/drawing/2014/main" id="{522DB58D-7C3D-FF6F-8D6E-F34C6D37BC0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Registered offices, Bonn and Eschborn</a:t>
            </a: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Friedrich-Ebert-Allee 32 + 36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53113 Bonn, Germany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 +49 228 44 60 - 0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  +49 228 44 60 - 17 66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Dag-Hammarskjöld-Weg 1 - 5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65760 Eschborn, Germany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  +49 61 96 79 - 0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  +49 61 96 79 - 11 15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  info@giz.de</a:t>
            </a:r>
          </a:p>
          <a:p>
            <a:pPr marL="0" marR="0" lvl="1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  www.giz.de</a:t>
            </a:r>
          </a:p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8230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ject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8" y="728663"/>
            <a:ext cx="7295632" cy="6900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Project description</a:t>
            </a:r>
          </a:p>
        </p:txBody>
      </p:sp>
      <p:sp>
        <p:nvSpPr>
          <p:cNvPr id="7" name="Bildplatzhalter 1" descr="Placeholder area for inserting an image by clicking on the image icon">
            <a:extLst>
              <a:ext uri="{FF2B5EF4-FFF2-40B4-BE49-F238E27FC236}">
                <a16:creationId xmlns:a16="http://schemas.microsoft.com/office/drawing/2014/main" id="{4F854DB0-2F94-4878-993C-A64F2138C1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838" y="1752733"/>
            <a:ext cx="2903728" cy="1959952"/>
          </a:xfrm>
          <a:solidFill>
            <a:schemeClr val="bg2"/>
          </a:solidFill>
        </p:spPr>
        <p:txBody>
          <a:bodyPr lIns="180000" tIns="180000" rIns="0"/>
          <a:lstStyle>
            <a:lvl1pPr>
              <a:lnSpc>
                <a:spcPct val="100000"/>
              </a:lnSpc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  <p:sp>
        <p:nvSpPr>
          <p:cNvPr id="11" name="Bildplatzhalter 2" descr="Placeholder area for inserting an image by clicking on the image icon">
            <a:extLst>
              <a:ext uri="{FF2B5EF4-FFF2-40B4-BE49-F238E27FC236}">
                <a16:creationId xmlns:a16="http://schemas.microsoft.com/office/drawing/2014/main" id="{771DADB1-5E02-A865-A2A9-8DEDA3D2A00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1838" y="3890005"/>
            <a:ext cx="2903728" cy="1959952"/>
          </a:xfrm>
          <a:solidFill>
            <a:schemeClr val="bg2"/>
          </a:solidFill>
        </p:spPr>
        <p:txBody>
          <a:bodyPr lIns="180000" tIns="180000" rIns="0"/>
          <a:lstStyle>
            <a:lvl1pPr>
              <a:lnSpc>
                <a:spcPct val="100000"/>
              </a:lnSpc>
              <a:defRPr sz="1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GB">
                <a:effectLst/>
                <a:latin typeface="Arial" panose="020B0604020202020204" pitchFamily="34" charset="0"/>
              </a:rPr>
              <a:t>Please insert an image here</a:t>
            </a:r>
          </a:p>
        </p:txBody>
      </p:sp>
      <p:sp>
        <p:nvSpPr>
          <p:cNvPr id="5" name="Inhaltsplatzhalter">
            <a:extLst>
              <a:ext uri="{FF2B5EF4-FFF2-40B4-BE49-F238E27FC236}">
                <a16:creationId xmlns:a16="http://schemas.microsoft.com/office/drawing/2014/main" id="{071DED8E-3695-415B-9777-0D33EB3355F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891281" y="1752733"/>
            <a:ext cx="7568556" cy="4124191"/>
          </a:xfrm>
        </p:spPr>
        <p:txBody>
          <a:bodyPr numCol="2" spcCol="216000"/>
          <a:lstStyle/>
          <a:p>
            <a:pPr lvl="0"/>
            <a:r>
              <a:rPr lang="de-DE"/>
              <a:t>Edit master text format</a:t>
            </a:r>
          </a:p>
          <a:p>
            <a:pPr lvl="1"/>
            <a:r>
              <a:rPr lang="de-DE"/>
              <a:t>Second Level</a:t>
            </a:r>
          </a:p>
          <a:p>
            <a:pPr lvl="2"/>
            <a:r>
              <a:rPr lang="de-DE"/>
              <a:t>Third Level</a:t>
            </a:r>
          </a:p>
          <a:p>
            <a:pPr lvl="3"/>
            <a:r>
              <a:rPr lang="de-DE"/>
              <a:t>Fourth Level</a:t>
            </a:r>
          </a:p>
          <a:p>
            <a:pPr lvl="4"/>
            <a:r>
              <a:rPr lang="de-DE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1130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248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ne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Inhaltsplatzhalter">
            <a:extLst>
              <a:ext uri="{FF2B5EF4-FFF2-40B4-BE49-F238E27FC236}">
                <a16:creationId xmlns:a16="http://schemas.microsoft.com/office/drawing/2014/main" id="{522DB58D-7C3D-FF6F-8D6E-F34C6D37BC0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44494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">
            <a:extLst>
              <a:ext uri="{FF2B5EF4-FFF2-40B4-BE49-F238E27FC236}">
                <a16:creationId xmlns:a16="http://schemas.microsoft.com/office/drawing/2014/main" id="{4E9EEE8A-8927-0C3B-B45C-FD60391A46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7659" y="6408484"/>
            <a:ext cx="554177" cy="174857"/>
          </a:xfrm>
        </p:spPr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4" name="Fußzeilenplatzhalter">
            <a:extLst>
              <a:ext uri="{FF2B5EF4-FFF2-40B4-BE49-F238E27FC236}">
                <a16:creationId xmlns:a16="http://schemas.microsoft.com/office/drawing/2014/main" id="{5C941AB0-6598-AD0D-F8F5-2967E1736F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1838" y="6408484"/>
            <a:ext cx="9958440" cy="174857"/>
          </a:xfrm>
        </p:spPr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61FE4E10-77D7-3148-9033-AC6658A93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48871"/>
            <a:ext cx="10728325" cy="4828054"/>
          </a:xfrm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014884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2 mit Visu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D2A0EB87-3AEC-3A1A-975D-495A30B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3" name="Fußzeilenplatzhalter">
            <a:extLst>
              <a:ext uri="{FF2B5EF4-FFF2-40B4-BE49-F238E27FC236}">
                <a16:creationId xmlns:a16="http://schemas.microsoft.com/office/drawing/2014/main" id="{98A7B7FF-87B5-B752-CCCA-D1F1D30EF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BEBBD07D-6023-1D56-E427-FEDDC396D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728663"/>
            <a:ext cx="8460000" cy="82867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Inhaltsplatzhalter">
            <a:extLst>
              <a:ext uri="{FF2B5EF4-FFF2-40B4-BE49-F238E27FC236}">
                <a16:creationId xmlns:a16="http://schemas.microsoft.com/office/drawing/2014/main" id="{07FC6571-23A1-AFDE-1DA5-AD7E3FFA43C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1837" y="1952625"/>
            <a:ext cx="10728325" cy="3924299"/>
          </a:xfrm>
        </p:spPr>
        <p:txBody>
          <a:bodyPr numCol="2" spcCol="342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51310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">
            <a:extLst>
              <a:ext uri="{FF2B5EF4-FFF2-40B4-BE49-F238E27FC236}">
                <a16:creationId xmlns:a16="http://schemas.microsoft.com/office/drawing/2014/main" id="{DEB1BD9D-6FA4-162B-08CF-D430EDDAA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7659" y="6408484"/>
            <a:ext cx="554177" cy="17485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C04C1D1B-1A0A-486E-8AD9-C74EFCD7622C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5" name="Fußzeilenplatzhalter">
            <a:extLst>
              <a:ext uri="{FF2B5EF4-FFF2-40B4-BE49-F238E27FC236}">
                <a16:creationId xmlns:a16="http://schemas.microsoft.com/office/drawing/2014/main" id="{0E22F889-BFD6-8558-78B1-E48F91608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838" y="6408484"/>
            <a:ext cx="9958440" cy="17485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s-PE"/>
              <a:t>Gestión de archivos digital - CORE</a:t>
            </a:r>
            <a:endParaRPr lang="de-DE"/>
          </a:p>
        </p:txBody>
      </p:sp>
      <p:pic>
        <p:nvPicPr>
          <p:cNvPr id="7" name="Logo" descr="GIZ logo with g i z in small red letters against a white background.">
            <a:extLst>
              <a:ext uri="{FF2B5EF4-FFF2-40B4-BE49-F238E27FC236}">
                <a16:creationId xmlns:a16="http://schemas.microsoft.com/office/drawing/2014/main" id="{6BF7A529-8E44-B7D1-D1B5-F6A4194BD0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384691" y="6170876"/>
            <a:ext cx="553168" cy="553168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67403117-7D6D-4D83-BE2A-C9BD75598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728663"/>
            <a:ext cx="10728325" cy="82867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de-DE"/>
              <a:t>Edit master title format</a:t>
            </a:r>
          </a:p>
        </p:txBody>
      </p:sp>
      <p:sp>
        <p:nvSpPr>
          <p:cNvPr id="3" name="Textplatzhalter">
            <a:extLst>
              <a:ext uri="{FF2B5EF4-FFF2-40B4-BE49-F238E27FC236}">
                <a16:creationId xmlns:a16="http://schemas.microsoft.com/office/drawing/2014/main" id="{A7382CAB-BF7E-01AC-3BE7-5B43C268E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952625"/>
            <a:ext cx="10728325" cy="39242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At vero eos et accusam </a:t>
            </a:r>
          </a:p>
          <a:p>
            <a:pPr marL="0" marR="0" lvl="1" indent="0" algn="l" defTabSz="914400" rtl="0" eaLnBrk="1" fontAlgn="auto" latinLnBrk="0" hangingPunct="1">
              <a:lnSpc>
                <a:spcPts val="24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Etjusto duo dolores et ea rebum. Stet clita kasd gubergren, no sea takimata sanctus est. Lorem ipsum dolor sit amet orem ipsum dolor sit amet, consetetur sadipscing elitr. </a:t>
            </a:r>
          </a:p>
          <a:p>
            <a:pPr marL="285750" marR="0" lvl="2" indent="-285750" algn="l" defTabSz="914400" rtl="0" eaLnBrk="1" fontAlgn="auto" latinLnBrk="0" hangingPunct="1">
              <a:lnSpc>
                <a:spcPts val="24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Sed diam voluptua at vero.</a:t>
            </a:r>
          </a:p>
          <a:p>
            <a:pPr marL="285750" marR="0" lvl="2" indent="-285750" algn="l" defTabSz="914400" rtl="0" eaLnBrk="1" fontAlgn="auto" latinLnBrk="0" hangingPunct="1">
              <a:lnSpc>
                <a:spcPts val="24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Eos et accusam et justo duo dolores. </a:t>
            </a:r>
          </a:p>
          <a:p>
            <a:pPr marL="285750" marR="0" lvl="2" indent="-285750" algn="l" defTabSz="914400" rtl="0" eaLnBrk="1" fontAlgn="auto" latinLnBrk="0" hangingPunct="1">
              <a:lnSpc>
                <a:spcPts val="24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Stet clita kasd gubergren. </a:t>
            </a:r>
          </a:p>
          <a:p>
            <a:pPr marL="574675" marR="0" lvl="3" indent="-285750" algn="l" defTabSz="914400" rtl="0" eaLnBrk="1" fontAlgn="auto" latinLnBrk="0" hangingPunct="1">
              <a:lnSpc>
                <a:spcPts val="24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Olor sit amet orem. </a:t>
            </a:r>
          </a:p>
          <a:p>
            <a:pPr marL="860425" marR="0" lvl="4" indent="-285750" algn="l" defTabSz="914400" rtl="0" eaLnBrk="1" fontAlgn="auto" latinLnBrk="0" hangingPunct="1">
              <a:lnSpc>
                <a:spcPts val="24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 sea takimata sanctus est.</a:t>
            </a:r>
          </a:p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9770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680" r:id="rId26"/>
    <p:sldLayoutId id="2147483710" r:id="rId27"/>
    <p:sldLayoutId id="2147483711" r:id="rId28"/>
    <p:sldLayoutId id="2147483712" r:id="rId2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4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ts val="24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" indent="-285750" algn="l" defTabSz="914400" rtl="0" eaLnBrk="1" latinLnBrk="0" hangingPunct="1">
        <a:lnSpc>
          <a:spcPts val="2400"/>
        </a:lnSpc>
        <a:spcBef>
          <a:spcPts val="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74675" indent="-285750" algn="l" defTabSz="914400" rtl="0" eaLnBrk="1" latinLnBrk="0" hangingPunct="1">
        <a:lnSpc>
          <a:spcPts val="2400"/>
        </a:lnSpc>
        <a:spcBef>
          <a:spcPts val="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860425" indent="-285750" algn="l" defTabSz="914400" rtl="0" eaLnBrk="1" latinLnBrk="0" hangingPunct="1">
        <a:lnSpc>
          <a:spcPts val="2400"/>
        </a:lnSpc>
        <a:spcBef>
          <a:spcPts val="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228600" algn="l" defTabSz="914400" rtl="0" eaLnBrk="1" latinLnBrk="0" hangingPunct="1">
        <a:lnSpc>
          <a:spcPts val="2400"/>
        </a:lnSpc>
        <a:spcBef>
          <a:spcPts val="0"/>
        </a:spcBef>
        <a:buFont typeface="Symbol" panose="05050102010706020507" pitchFamily="18" charset="2"/>
        <a:buChar char="-"/>
        <a:tabLst>
          <a:tab pos="1074738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1230">
          <p15:clr>
            <a:srgbClr val="F26B43"/>
          </p15:clr>
        </p15:guide>
        <p15:guide id="8" pos="461">
          <p15:clr>
            <a:srgbClr val="F26B43"/>
          </p15:clr>
        </p15:guide>
        <p15:guide id="9" pos="7219">
          <p15:clr>
            <a:srgbClr val="F26B43"/>
          </p15:clr>
        </p15:guide>
        <p15:guide id="10" orient="horz" pos="3702">
          <p15:clr>
            <a:srgbClr val="F26B43"/>
          </p15:clr>
        </p15:guide>
        <p15:guide id="11" orient="horz" pos="981">
          <p15:clr>
            <a:srgbClr val="F26B43"/>
          </p15:clr>
        </p15:guide>
        <p15:guide id="12" orient="horz" pos="459">
          <p15:clr>
            <a:srgbClr val="F26B43"/>
          </p15:clr>
        </p15:guide>
        <p15:guide id="13" pos="3727">
          <p15:clr>
            <a:srgbClr val="F26B43"/>
          </p15:clr>
        </p15:guide>
        <p15:guide id="14" pos="395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gizonline.sharepoint.com/sites/group_1166/SitePages/Units/Unternehmensorganisation/Information%20Management/en-us/CORE.aspx?csf=1&amp;web=1&amp;e=4dExMW&amp;ovuser=5bbab28c-def3-4604-8822-5e707da8dba8%2cmona.orban%40giz.de&amp;TeamsCID=814b4531-72e3-4b2e-98de-af82b6c51547&amp;OR=Teams-HL&amp;CT=1784012783635&amp;clickparams=eyJBcHBOYW1lIjoiVGVhbXMtRGVza3RvcCIsIkFwcFZlcnNpb24iOiI0OS8yNjA2MTExODIxNiIsIkhhc0ZlZGVyYXRlZFVzZXIiOmZhbHNlfQ%3D%3D&amp;CID=f91927a2-80a7-0001-3131-6b6ec7d77ea3&amp;cidOR=SPO" TargetMode="Externa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755EE-A3B6-709F-3B7D-03A8C7F397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Gestión de archivos digital – </a:t>
            </a:r>
            <a:br>
              <a:rPr lang="es-ES" dirty="0"/>
            </a:br>
            <a:r>
              <a:rPr lang="es-ES" dirty="0"/>
              <a:t>Nuevo sistema CORE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357A6B-4B05-711C-8665-4F7EFACDA4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Agosto 2026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C3A1230-CD20-80DE-6818-C49981DF72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AB641F4-1EBE-10B5-06A5-B6F7DAAAC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523" y="1781987"/>
            <a:ext cx="2110946" cy="115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42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EA55467-E64C-C794-7C6F-A0F2B26B96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1FA1486-54C3-723A-1C54-B793104921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3180311-93BD-1440-7CA4-761FB25D0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Agenda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A3D98C4-BD9F-B2BE-8A38-7C64186F733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1836" y="2681124"/>
            <a:ext cx="10728325" cy="2078601"/>
          </a:xfrm>
        </p:spPr>
        <p:txBody>
          <a:bodyPr/>
          <a:lstStyle/>
          <a:p>
            <a:r>
              <a:rPr lang="es-PE" dirty="0"/>
              <a:t>¿Qué es CORE y por que se está implementando?</a:t>
            </a:r>
          </a:p>
          <a:p>
            <a:r>
              <a:rPr lang="es-PE" dirty="0"/>
              <a:t>¿Qué tenemos actualmente y qué cambiará?</a:t>
            </a:r>
          </a:p>
          <a:p>
            <a:r>
              <a:rPr lang="es-PE" dirty="0"/>
              <a:t>Nuevo proceso para Archivar documentos</a:t>
            </a:r>
          </a:p>
          <a:p>
            <a:r>
              <a:rPr lang="es-PE" dirty="0"/>
              <a:t>Demostración en vivo</a:t>
            </a:r>
          </a:p>
          <a:p>
            <a:r>
              <a:rPr lang="es-PE" dirty="0"/>
              <a:t> Aspectos clave a futuro</a:t>
            </a:r>
          </a:p>
          <a:p>
            <a:r>
              <a:rPr lang="es-PE" dirty="0"/>
              <a:t>Preguntas</a:t>
            </a:r>
          </a:p>
          <a:p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D00583A-EC6C-53CF-F7CD-5A493AA7D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3110" y1="20893" x2="53110" y2="20893"/>
                        <a14:foregroundMark x1="76316" y1="28389" x2="76316" y2="28389"/>
                        <a14:foregroundMark x1="81579" y1="47847" x2="81579" y2="47847"/>
                        <a14:foregroundMark x1="50877" y1="23923" x2="50877" y2="23923"/>
                        <a14:foregroundMark x1="48644" y1="54545" x2="48644" y2="54545"/>
                        <a14:foregroundMark x1="56140" y1="55981" x2="56140" y2="55981"/>
                        <a14:foregroundMark x1="50239" y1="53429" x2="52392" y2="53828"/>
                        <a14:foregroundMark x1="50957" y1="56140" x2="66587" y2="55742"/>
                        <a14:foregroundMark x1="59649" y1="54864" x2="59649" y2="54864"/>
                        <a14:foregroundMark x1="59250" y1="59171" x2="59250" y2="59171"/>
                        <a14:foregroundMark x1="66348" y1="54306" x2="66348" y2="54306"/>
                        <a14:foregroundMark x1="68022" y1="59809" x2="68022" y2="59809"/>
                        <a14:foregroundMark x1="68022" y1="59011" x2="68022" y2="59011"/>
                        <a14:foregroundMark x1="46013" y1="55981" x2="64274" y2="56140"/>
                        <a14:foregroundMark x1="48963" y1="50080" x2="47448" y2="53828"/>
                        <a14:foregroundMark x1="54466" y1="24003" x2="54466" y2="24003"/>
                        <a14:foregroundMark x1="81100" y1="41228" x2="81100" y2="41228"/>
                        <a14:foregroundMark x1="80383" y1="39234" x2="86045" y2="48644"/>
                        <a14:foregroundMark x1="49920" y1="19617" x2="53429" y2="2312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67460" y="1941412"/>
            <a:ext cx="3195800" cy="31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27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800FC0B2-8D76-C787-6BCD-81239CF24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603" y="65926"/>
            <a:ext cx="1762655" cy="961448"/>
          </a:xfrm>
          <a:prstGeom prst="rect">
            <a:avLst/>
          </a:prstGeom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F47F419-8404-5257-00A7-DC6ADFC919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13F47F3-96F9-B070-4BE9-23235D23C2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8D5CC97-2D99-5C63-4234-E88A78147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270" y="507199"/>
            <a:ext cx="8460000" cy="828673"/>
          </a:xfrm>
        </p:spPr>
        <p:txBody>
          <a:bodyPr>
            <a:normAutofit/>
          </a:bodyPr>
          <a:lstStyle/>
          <a:p>
            <a:r>
              <a:rPr lang="es-PE">
                <a:solidFill>
                  <a:schemeClr val="accent1"/>
                </a:solidFill>
              </a:rPr>
              <a:t>CORE | Nuevo sistema de archivo digital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957C49C-466F-F6D3-7A40-44447EA693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97725" y="1891665"/>
            <a:ext cx="8459999" cy="3924299"/>
          </a:xfrm>
        </p:spPr>
        <p:txBody>
          <a:bodyPr/>
          <a:lstStyle/>
          <a:p>
            <a:endParaRPr lang="es-PE"/>
          </a:p>
        </p:txBody>
      </p:sp>
      <p:sp>
        <p:nvSpPr>
          <p:cNvPr id="6" name="Textfeld 19">
            <a:extLst>
              <a:ext uri="{FF2B5EF4-FFF2-40B4-BE49-F238E27FC236}">
                <a16:creationId xmlns:a16="http://schemas.microsoft.com/office/drawing/2014/main" id="{B3C83843-D081-E20C-BD0A-C653D3EE3AE0}"/>
              </a:ext>
            </a:extLst>
          </p:cNvPr>
          <p:cNvSpPr txBox="1"/>
          <p:nvPr/>
        </p:nvSpPr>
        <p:spPr>
          <a:xfrm>
            <a:off x="577270" y="1084165"/>
            <a:ext cx="10663755" cy="18353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2"/>
            </a:solidFill>
          </a:ln>
        </p:spPr>
        <p:txBody>
          <a:bodyPr wrap="square" lIns="3024000" tIns="48000" rIns="336000" bIns="48000" rtlCol="0" anchor="ctr">
            <a:noAutofit/>
          </a:bodyPr>
          <a:lstStyle/>
          <a:p>
            <a:pPr marL="546075" lvl="1" indent="-304792" fontAlgn="base"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altLang="es-PE" sz="1467" b="1">
                <a:solidFill>
                  <a:schemeClr val="accent2"/>
                </a:solidFill>
              </a:rPr>
              <a:t>Mandato del Management </a:t>
            </a:r>
            <a:r>
              <a:rPr lang="es-PE" altLang="es-PE" sz="1467" b="1" err="1">
                <a:solidFill>
                  <a:schemeClr val="accent2"/>
                </a:solidFill>
              </a:rPr>
              <a:t>Board</a:t>
            </a:r>
            <a:r>
              <a:rPr lang="es-PE" altLang="es-PE" sz="1467" b="1">
                <a:solidFill>
                  <a:schemeClr val="accent2"/>
                </a:solidFill>
              </a:rPr>
              <a:t> (2018): </a:t>
            </a:r>
            <a:r>
              <a:rPr lang="es-PE" altLang="es-PE" sz="1467">
                <a:solidFill>
                  <a:schemeClr val="accent2"/>
                </a:solidFill>
              </a:rPr>
              <a:t>Fortalecer el sistema de archivo digital ¡a prueba de auditoría!</a:t>
            </a:r>
          </a:p>
          <a:p>
            <a:pPr marL="546075" lvl="1" indent="-304792" fontAlgn="base"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altLang="es-PE" sz="1467" b="1">
                <a:solidFill>
                  <a:schemeClr val="accent2"/>
                </a:solidFill>
              </a:rPr>
              <a:t>Eficiencia operativa: </a:t>
            </a:r>
            <a:r>
              <a:rPr lang="es-PE" altLang="es-PE" sz="1467">
                <a:solidFill>
                  <a:schemeClr val="accent2"/>
                </a:solidFill>
              </a:rPr>
              <a:t>Se requiere un sistema más </a:t>
            </a:r>
            <a:r>
              <a:rPr lang="es-PE" altLang="es-PE" sz="1467" b="1">
                <a:solidFill>
                  <a:schemeClr val="accent2"/>
                </a:solidFill>
              </a:rPr>
              <a:t>ágil</a:t>
            </a:r>
            <a:r>
              <a:rPr lang="es-PE" altLang="es-PE" sz="1467">
                <a:solidFill>
                  <a:schemeClr val="accent2"/>
                </a:solidFill>
              </a:rPr>
              <a:t>, </a:t>
            </a:r>
            <a:r>
              <a:rPr lang="es-PE" altLang="es-PE" sz="1467" b="1">
                <a:solidFill>
                  <a:schemeClr val="accent2"/>
                </a:solidFill>
              </a:rPr>
              <a:t>práctico</a:t>
            </a:r>
            <a:r>
              <a:rPr lang="es-PE" altLang="es-PE" sz="1467">
                <a:solidFill>
                  <a:schemeClr val="accent2"/>
                </a:solidFill>
              </a:rPr>
              <a:t> y </a:t>
            </a:r>
            <a:r>
              <a:rPr lang="es-PE" altLang="es-PE" sz="1467" b="1">
                <a:solidFill>
                  <a:schemeClr val="accent2"/>
                </a:solidFill>
              </a:rPr>
              <a:t>seguro</a:t>
            </a:r>
            <a:r>
              <a:rPr lang="es-PE" altLang="es-PE" sz="1467">
                <a:solidFill>
                  <a:schemeClr val="accent2"/>
                </a:solidFill>
              </a:rPr>
              <a:t> para la gestión y conservación de información sujeta a conservación. </a:t>
            </a:r>
          </a:p>
          <a:p>
            <a:pPr marL="546075" lvl="1" indent="-304792" algn="just" fontAlgn="base"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altLang="es-PE" sz="1467" b="1">
                <a:solidFill>
                  <a:schemeClr val="accent2"/>
                </a:solidFill>
              </a:rPr>
              <a:t>Coherencia tecnológica: </a:t>
            </a:r>
            <a:r>
              <a:rPr lang="es-PE" altLang="es-PE" sz="1467">
                <a:solidFill>
                  <a:schemeClr val="accent2"/>
                </a:solidFill>
              </a:rPr>
              <a:t>GIZ trabaja </a:t>
            </a:r>
            <a:r>
              <a:rPr lang="es-PE" altLang="es-PE" sz="1467" b="1">
                <a:solidFill>
                  <a:schemeClr val="accent2"/>
                </a:solidFill>
              </a:rPr>
              <a:t>hoy</a:t>
            </a:r>
            <a:r>
              <a:rPr lang="es-PE" altLang="es-PE" sz="1467">
                <a:solidFill>
                  <a:schemeClr val="accent2"/>
                </a:solidFill>
              </a:rPr>
              <a:t> íntegramente con </a:t>
            </a:r>
            <a:r>
              <a:rPr lang="es-PE" altLang="es-PE" sz="1467" b="1">
                <a:solidFill>
                  <a:schemeClr val="accent2"/>
                </a:solidFill>
              </a:rPr>
              <a:t>Microsoft 365</a:t>
            </a:r>
            <a:r>
              <a:rPr lang="es-PE" altLang="es-PE" sz="1467">
                <a:solidFill>
                  <a:schemeClr val="accent2"/>
                </a:solidFill>
              </a:rPr>
              <a:t>, resulta lógico que el sistema de archivo esté plenamente integrado en este entorno.</a:t>
            </a:r>
          </a:p>
        </p:txBody>
      </p:sp>
      <p:sp>
        <p:nvSpPr>
          <p:cNvPr id="7" name="Rechteck: obere Ecken abgeschnitten 22">
            <a:extLst>
              <a:ext uri="{FF2B5EF4-FFF2-40B4-BE49-F238E27FC236}">
                <a16:creationId xmlns:a16="http://schemas.microsoft.com/office/drawing/2014/main" id="{6D3420CA-2E2F-6091-CC28-58F675708AC8}"/>
              </a:ext>
            </a:extLst>
          </p:cNvPr>
          <p:cNvSpPr/>
          <p:nvPr/>
        </p:nvSpPr>
        <p:spPr>
          <a:xfrm>
            <a:off x="424779" y="1031038"/>
            <a:ext cx="3335271" cy="1888518"/>
          </a:xfrm>
          <a:prstGeom prst="snip2SameRect">
            <a:avLst>
              <a:gd name="adj1" fmla="val 11644"/>
              <a:gd name="adj2" fmla="val 0"/>
            </a:avLst>
          </a:prstGeom>
          <a:solidFill>
            <a:schemeClr val="accent2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800"/>
              </a:spcBef>
            </a:pPr>
            <a:r>
              <a:rPr lang="es-PE" sz="1867" b="1"/>
              <a:t>¿Por qué?</a:t>
            </a:r>
          </a:p>
          <a:p>
            <a:pPr algn="ctr">
              <a:spcBef>
                <a:spcPts val="800"/>
              </a:spcBef>
            </a:pPr>
            <a:r>
              <a:rPr lang="es-PE" sz="1867" b="1">
                <a:latin typeface="Dreaming Outloud Pro" panose="03050502040302030504" pitchFamily="66" charset="0"/>
                <a:cs typeface="Dreaming Outloud Pro" panose="03050502040302030504" pitchFamily="66" charset="0"/>
              </a:rPr>
              <a:t>Antecedentes y contexto</a:t>
            </a:r>
            <a:endParaRPr lang="es-PE" sz="1867" b="1"/>
          </a:p>
        </p:txBody>
      </p:sp>
      <p:sp>
        <p:nvSpPr>
          <p:cNvPr id="8" name="Textfeld 20">
            <a:extLst>
              <a:ext uri="{FF2B5EF4-FFF2-40B4-BE49-F238E27FC236}">
                <a16:creationId xmlns:a16="http://schemas.microsoft.com/office/drawing/2014/main" id="{59B706E3-B697-5500-0FD7-97D603E331CC}"/>
              </a:ext>
            </a:extLst>
          </p:cNvPr>
          <p:cNvSpPr txBox="1"/>
          <p:nvPr/>
        </p:nvSpPr>
        <p:spPr>
          <a:xfrm>
            <a:off x="428935" y="2908571"/>
            <a:ext cx="10812090" cy="34431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lIns="3024000" tIns="48000" rIns="336000" bIns="48000" rtlCol="0" anchor="ctr">
            <a:noAutofit/>
          </a:bodyPr>
          <a:lstStyle>
            <a:defPPr>
              <a:defRPr lang="de-DE"/>
            </a:defPPr>
            <a:lvl1pPr algn="ctr"/>
          </a:lstStyle>
          <a:p>
            <a:pPr marL="697865" lvl="2" fontAlgn="base">
              <a:spcAft>
                <a:spcPct val="0"/>
              </a:spcAft>
              <a:buClr>
                <a:schemeClr val="accent5"/>
              </a:buClr>
            </a:pPr>
            <a:r>
              <a:rPr lang="es-PE" sz="1450" b="1" dirty="0">
                <a:solidFill>
                  <a:schemeClr val="accent5"/>
                </a:solidFill>
              </a:rPr>
              <a:t>Archivo directo desde MS-</a:t>
            </a:r>
            <a:r>
              <a:rPr lang="es-PE" sz="1450" b="1" dirty="0" err="1">
                <a:solidFill>
                  <a:schemeClr val="accent5"/>
                </a:solidFill>
              </a:rPr>
              <a:t>Teams</a:t>
            </a:r>
            <a:r>
              <a:rPr lang="es-PE" sz="1450" b="1" dirty="0">
                <a:solidFill>
                  <a:schemeClr val="accent5"/>
                </a:solidFill>
              </a:rPr>
              <a:t>, ¡ya no DMS!</a:t>
            </a:r>
            <a:endParaRPr lang="es-PE" sz="1467" b="1" dirty="0">
              <a:solidFill>
                <a:schemeClr val="accent5"/>
              </a:solidFill>
              <a:cs typeface="Arial"/>
            </a:endParaRPr>
          </a:p>
          <a:p>
            <a:pPr marL="1002665" lvl="2" indent="-304165" fontAlgn="base">
              <a:spcAft>
                <a:spcPct val="0"/>
              </a:spcAft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es-PE" sz="1450" dirty="0">
                <a:solidFill>
                  <a:schemeClr val="accent5"/>
                </a:solidFill>
              </a:rPr>
              <a:t>CORE </a:t>
            </a:r>
            <a:r>
              <a:rPr lang="es-PE" sz="1450" dirty="0" err="1">
                <a:solidFill>
                  <a:schemeClr val="accent5"/>
                </a:solidFill>
              </a:rPr>
              <a:t>Teams</a:t>
            </a:r>
            <a:r>
              <a:rPr lang="es-PE" sz="1450" dirty="0">
                <a:solidFill>
                  <a:schemeClr val="accent5"/>
                </a:solidFill>
              </a:rPr>
              <a:t> </a:t>
            </a:r>
            <a:r>
              <a:rPr lang="es-PE" sz="1450" dirty="0" err="1">
                <a:solidFill>
                  <a:schemeClr val="accent5"/>
                </a:solidFill>
              </a:rPr>
              <a:t>Rooms</a:t>
            </a:r>
            <a:r>
              <a:rPr lang="es-PE" sz="1450" dirty="0">
                <a:solidFill>
                  <a:schemeClr val="accent5"/>
                </a:solidFill>
              </a:rPr>
              <a:t> según la estructura (Oficina País, </a:t>
            </a:r>
            <a:r>
              <a:rPr lang="es-PE" sz="1450" dirty="0" err="1">
                <a:solidFill>
                  <a:schemeClr val="accent5"/>
                </a:solidFill>
              </a:rPr>
              <a:t>UdS</a:t>
            </a:r>
            <a:r>
              <a:rPr lang="es-PE" sz="1450" dirty="0">
                <a:solidFill>
                  <a:schemeClr val="accent5"/>
                </a:solidFill>
              </a:rPr>
              <a:t>, Proyectos, etc.)</a:t>
            </a:r>
            <a:endParaRPr lang="es-PE" sz="1450" dirty="0">
              <a:solidFill>
                <a:schemeClr val="accent5"/>
              </a:solidFill>
              <a:cs typeface="Arial"/>
            </a:endParaRPr>
          </a:p>
          <a:p>
            <a:pPr marL="1002665" lvl="2" indent="-304165" fontAlgn="base">
              <a:spcAft>
                <a:spcPct val="0"/>
              </a:spcAft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es-ES" sz="1450" dirty="0">
                <a:solidFill>
                  <a:schemeClr val="accent5"/>
                </a:solidFill>
              </a:rPr>
              <a:t>Opción A: </a:t>
            </a:r>
            <a:r>
              <a:rPr lang="es-ES" sz="1450" b="1" dirty="0">
                <a:solidFill>
                  <a:schemeClr val="accent5"/>
                </a:solidFill>
              </a:rPr>
              <a:t>crear un nuevo </a:t>
            </a:r>
            <a:r>
              <a:rPr lang="es-ES" sz="1450" b="1" dirty="0" err="1">
                <a:solidFill>
                  <a:schemeClr val="accent5"/>
                </a:solidFill>
              </a:rPr>
              <a:t>Teams</a:t>
            </a:r>
            <a:r>
              <a:rPr lang="es-ES" sz="1450" b="1" dirty="0">
                <a:solidFill>
                  <a:schemeClr val="accent5"/>
                </a:solidFill>
              </a:rPr>
              <a:t> Room</a:t>
            </a:r>
            <a:r>
              <a:rPr lang="es-ES" sz="1450" dirty="0">
                <a:solidFill>
                  <a:schemeClr val="accent5"/>
                </a:solidFill>
              </a:rPr>
              <a:t>. Opción B: </a:t>
            </a:r>
            <a:r>
              <a:rPr lang="es-ES" sz="1450" b="1" dirty="0">
                <a:solidFill>
                  <a:schemeClr val="accent5"/>
                </a:solidFill>
              </a:rPr>
              <a:t>transformar uno existente.</a:t>
            </a:r>
            <a:endParaRPr lang="es-ES" sz="1450" b="1" dirty="0">
              <a:solidFill>
                <a:schemeClr val="accent5"/>
              </a:solidFill>
              <a:cs typeface="Arial"/>
            </a:endParaRPr>
          </a:p>
          <a:p>
            <a:pPr marL="1441421" lvl="3" indent="-285750" fontAlgn="base">
              <a:spcAft>
                <a:spcPct val="0"/>
              </a:spcAft>
              <a:buClr>
                <a:schemeClr val="accent5"/>
              </a:buClr>
              <a:buFont typeface="Wingdings" panose="05000000000000000000" pitchFamily="2" charset="2"/>
              <a:buChar char="§"/>
            </a:pPr>
            <a:endParaRPr lang="es-ES" sz="1467" dirty="0">
              <a:solidFill>
                <a:schemeClr val="accent5"/>
              </a:solidFill>
            </a:endParaRPr>
          </a:p>
          <a:p>
            <a:pPr marL="697865" lvl="2" fontAlgn="base">
              <a:spcAft>
                <a:spcPct val="0"/>
              </a:spcAft>
              <a:buClr>
                <a:schemeClr val="accent5"/>
              </a:buClr>
            </a:pPr>
            <a:r>
              <a:rPr lang="es-PE" sz="1467" b="1" dirty="0">
                <a:solidFill>
                  <a:schemeClr val="accent5"/>
                </a:solidFill>
              </a:rPr>
              <a:t>Flujo de archivado automático</a:t>
            </a:r>
            <a:endParaRPr lang="es-PE" sz="1467" b="1" dirty="0">
              <a:solidFill>
                <a:schemeClr val="accent5"/>
              </a:solidFill>
              <a:cs typeface="Arial"/>
            </a:endParaRPr>
          </a:p>
          <a:p>
            <a:pPr marL="1002665" lvl="2" indent="-304165" fontAlgn="base">
              <a:spcAft>
                <a:spcPct val="0"/>
              </a:spcAft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es-PE" altLang="es-PE" sz="1467" dirty="0">
                <a:solidFill>
                  <a:schemeClr val="accent5"/>
                </a:solidFill>
              </a:rPr>
              <a:t>El autor del documento solicita el archivado con solo unos pocos clics.</a:t>
            </a:r>
            <a:endParaRPr lang="es-PE" altLang="es-PE" sz="1467" dirty="0">
              <a:solidFill>
                <a:schemeClr val="accent5"/>
              </a:solidFill>
              <a:cs typeface="Arial"/>
            </a:endParaRPr>
          </a:p>
          <a:p>
            <a:pPr marL="1002665" lvl="2" indent="-304165" fontAlgn="base">
              <a:spcAft>
                <a:spcPct val="0"/>
              </a:spcAft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es-PE" altLang="es-PE" sz="1450" dirty="0">
                <a:solidFill>
                  <a:schemeClr val="accent5"/>
                </a:solidFill>
              </a:rPr>
              <a:t>El/La Records Manager archiva con un solo clic.</a:t>
            </a:r>
            <a:endParaRPr lang="es-PE" altLang="es-PE" sz="1450" dirty="0">
              <a:solidFill>
                <a:schemeClr val="accent5"/>
              </a:solidFill>
              <a:cs typeface="Arial"/>
            </a:endParaRPr>
          </a:p>
          <a:p>
            <a:pPr marL="984233" lvl="2" indent="-285750" fontAlgn="base">
              <a:spcAft>
                <a:spcPct val="0"/>
              </a:spcAft>
              <a:buClr>
                <a:schemeClr val="accent5"/>
              </a:buClr>
              <a:buFont typeface="Wingdings" panose="05000000000000000000" pitchFamily="2" charset="2"/>
              <a:buChar char="§"/>
            </a:pPr>
            <a:endParaRPr lang="es-PE" sz="1467" b="1" dirty="0">
              <a:solidFill>
                <a:schemeClr val="accent5"/>
              </a:solidFill>
            </a:endParaRPr>
          </a:p>
          <a:p>
            <a:pPr marL="697865" lvl="2" fontAlgn="base">
              <a:spcAft>
                <a:spcPct val="0"/>
              </a:spcAft>
              <a:buClr>
                <a:schemeClr val="accent5"/>
              </a:buClr>
            </a:pPr>
            <a:r>
              <a:rPr lang="es-PE" sz="1467" b="1" dirty="0">
                <a:solidFill>
                  <a:schemeClr val="accent5"/>
                </a:solidFill>
              </a:rPr>
              <a:t>Los metadatos remplazan la lógica de las carpetas</a:t>
            </a:r>
            <a:endParaRPr lang="es-PE" sz="1467" b="1" dirty="0">
              <a:solidFill>
                <a:schemeClr val="accent5"/>
              </a:solidFill>
              <a:cs typeface="Arial"/>
            </a:endParaRPr>
          </a:p>
          <a:p>
            <a:pPr marL="1002665" lvl="2" indent="-304165" fontAlgn="base">
              <a:spcBef>
                <a:spcPct val="0"/>
              </a:spcBef>
              <a:spcAft>
                <a:spcPct val="0"/>
              </a:spcAft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es-PE" altLang="es-PE" sz="1467" dirty="0">
                <a:solidFill>
                  <a:schemeClr val="accent5"/>
                </a:solidFill>
              </a:rPr>
              <a:t>El autor asigna los metadatos antes de solicitar el archivado.</a:t>
            </a:r>
            <a:endParaRPr lang="es-PE" altLang="es-PE" sz="1467" dirty="0">
              <a:solidFill>
                <a:schemeClr val="accent5"/>
              </a:solidFill>
              <a:cs typeface="Arial"/>
            </a:endParaRPr>
          </a:p>
          <a:p>
            <a:pPr marL="1002665" lvl="2" indent="-304165" fontAlgn="base">
              <a:spcBef>
                <a:spcPct val="0"/>
              </a:spcBef>
              <a:spcAft>
                <a:spcPct val="0"/>
              </a:spcAft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es-PE" altLang="es-PE" sz="1467" dirty="0">
                <a:solidFill>
                  <a:schemeClr val="accent5"/>
                </a:solidFill>
              </a:rPr>
              <a:t>La búsqueda en el archivo se realiza a través de los metadatos</a:t>
            </a:r>
            <a:endParaRPr lang="es-PE" altLang="es-PE" sz="1467" dirty="0">
              <a:solidFill>
                <a:schemeClr val="accent5"/>
              </a:solidFill>
              <a:cs typeface="Arial"/>
            </a:endParaRPr>
          </a:p>
          <a:p>
            <a:pPr marL="1002665" lvl="2" indent="-304165" fontAlgn="base">
              <a:spcBef>
                <a:spcPct val="0"/>
              </a:spcBef>
              <a:spcAft>
                <a:spcPct val="0"/>
              </a:spcAft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es-PE" altLang="es-PE" sz="1467" dirty="0">
                <a:solidFill>
                  <a:schemeClr val="accent5"/>
                </a:solidFill>
              </a:rPr>
              <a:t>Permiten que la clasificación de confidencialidad de un documento sea adecuada según su naturaleza</a:t>
            </a:r>
            <a:endParaRPr lang="es-PE" altLang="es-PE" sz="1467" dirty="0">
              <a:solidFill>
                <a:schemeClr val="accent5"/>
              </a:solidFill>
              <a:cs typeface="Arial"/>
            </a:endParaRPr>
          </a:p>
        </p:txBody>
      </p:sp>
      <p:sp>
        <p:nvSpPr>
          <p:cNvPr id="9" name="Rechteck: obere Ecken abgeschnitten 25">
            <a:extLst>
              <a:ext uri="{FF2B5EF4-FFF2-40B4-BE49-F238E27FC236}">
                <a16:creationId xmlns:a16="http://schemas.microsoft.com/office/drawing/2014/main" id="{D9134645-D09B-8AFB-B0F3-3DD5FE6DFA0B}"/>
              </a:ext>
            </a:extLst>
          </p:cNvPr>
          <p:cNvSpPr/>
          <p:nvPr/>
        </p:nvSpPr>
        <p:spPr>
          <a:xfrm>
            <a:off x="424779" y="2882761"/>
            <a:ext cx="3335271" cy="3468931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accent5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800"/>
              </a:spcBef>
            </a:pPr>
            <a:r>
              <a:rPr lang="es-PE" sz="1867" b="1" dirty="0"/>
              <a:t>¿Qué hay y qué cambia?</a:t>
            </a:r>
          </a:p>
          <a:p>
            <a:pPr algn="ctr">
              <a:spcBef>
                <a:spcPts val="800"/>
              </a:spcBef>
            </a:pPr>
            <a:r>
              <a:rPr lang="es-PE" sz="1867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Principales características</a:t>
            </a:r>
            <a:endParaRPr lang="es-PE" sz="1867" b="1" dirty="0"/>
          </a:p>
          <a:p>
            <a:pPr algn="ctr">
              <a:spcBef>
                <a:spcPts val="800"/>
              </a:spcBef>
            </a:pPr>
            <a:endParaRPr lang="es-PE" sz="1867" b="1" dirty="0"/>
          </a:p>
        </p:txBody>
      </p:sp>
    </p:spTree>
    <p:extLst>
      <p:ext uri="{BB962C8B-B14F-4D97-AF65-F5344CB8AC3E}">
        <p14:creationId xmlns:p14="http://schemas.microsoft.com/office/powerpoint/2010/main" val="3051126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46123AE-0AE6-C739-E41E-795A415514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CBB5025-7C0A-786C-2731-E92DA08218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BF7A6D8-7C4C-25CE-126A-76306C016D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¿Metadatos?</a:t>
            </a:r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E212EC-36B4-655F-7210-DB5B297A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603" y="65926"/>
            <a:ext cx="1762655" cy="96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33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DEFF77D-5837-DB57-F5D2-96B8B1826F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ABA8E3C7-2D68-735F-63B0-6DA0D1AC8E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54672" y="1027374"/>
            <a:ext cx="6854338" cy="828673"/>
          </a:xfrm>
        </p:spPr>
        <p:txBody>
          <a:bodyPr/>
          <a:lstStyle/>
          <a:p>
            <a:r>
              <a:rPr lang="es-ES" sz="2000" b="0">
                <a:solidFill>
                  <a:schemeClr val="accent1"/>
                </a:solidFill>
              </a:rPr>
              <a:t>Los metadatos son </a:t>
            </a:r>
            <a:r>
              <a:rPr lang="es-ES" sz="2000">
                <a:solidFill>
                  <a:schemeClr val="accent1"/>
                </a:solidFill>
              </a:rPr>
              <a:t>información adicional </a:t>
            </a:r>
            <a:r>
              <a:rPr lang="es-ES" sz="2000" b="0">
                <a:solidFill>
                  <a:schemeClr val="accent1"/>
                </a:solidFill>
              </a:rPr>
              <a:t>estructurada que </a:t>
            </a:r>
            <a:r>
              <a:rPr lang="es-ES" sz="2000">
                <a:solidFill>
                  <a:schemeClr val="accent1"/>
                </a:solidFill>
              </a:rPr>
              <a:t>describe</a:t>
            </a:r>
            <a:r>
              <a:rPr lang="es-ES" sz="2000" b="0">
                <a:solidFill>
                  <a:schemeClr val="accent1"/>
                </a:solidFill>
              </a:rPr>
              <a:t> un </a:t>
            </a:r>
            <a:r>
              <a:rPr lang="es-ES" sz="2000" b="0" i="1" err="1">
                <a:solidFill>
                  <a:schemeClr val="accent1"/>
                </a:solidFill>
              </a:rPr>
              <a:t>record</a:t>
            </a:r>
            <a:r>
              <a:rPr lang="es-ES" sz="2000" b="0">
                <a:solidFill>
                  <a:schemeClr val="accent1"/>
                </a:solidFill>
              </a:rPr>
              <a:t> y lo </a:t>
            </a:r>
            <a:r>
              <a:rPr lang="es-ES" sz="2000">
                <a:solidFill>
                  <a:schemeClr val="accent1"/>
                </a:solidFill>
              </a:rPr>
              <a:t>asigna</a:t>
            </a:r>
            <a:r>
              <a:rPr lang="es-ES" sz="2000" b="0">
                <a:solidFill>
                  <a:schemeClr val="accent1"/>
                </a:solidFill>
              </a:rPr>
              <a:t> a una </a:t>
            </a:r>
            <a:r>
              <a:rPr lang="es-ES" sz="2000">
                <a:solidFill>
                  <a:schemeClr val="accent1"/>
                </a:solidFill>
              </a:rPr>
              <a:t>categoría</a:t>
            </a:r>
            <a:r>
              <a:rPr lang="es-ES" sz="2000" b="0">
                <a:solidFill>
                  <a:schemeClr val="accent1"/>
                </a:solidFill>
              </a:rPr>
              <a:t> adecuada.</a:t>
            </a:r>
          </a:p>
          <a:p>
            <a:r>
              <a:rPr lang="es-ES" sz="2000" b="0">
                <a:solidFill>
                  <a:schemeClr val="accent1"/>
                </a:solidFill>
              </a:rPr>
              <a:t> </a:t>
            </a:r>
            <a:endParaRPr lang="es-PE" sz="2000" b="0">
              <a:solidFill>
                <a:schemeClr val="accent1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2BAC420-B38F-CC41-D101-CF3A6CE99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72" y="1986283"/>
            <a:ext cx="6549572" cy="360276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E6D38E2-E63D-0E5F-AC08-C45C851BC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673" y="1157609"/>
            <a:ext cx="2743200" cy="512063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AAB74E8-59CC-EE1B-E261-4AB4FD15F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6603" y="65926"/>
            <a:ext cx="1762655" cy="961448"/>
          </a:xfrm>
          <a:prstGeom prst="rect">
            <a:avLst/>
          </a:prstGeom>
        </p:spPr>
      </p:pic>
      <p:sp>
        <p:nvSpPr>
          <p:cNvPr id="17" name="Marcador de pie de página 2">
            <a:extLst>
              <a:ext uri="{FF2B5EF4-FFF2-40B4-BE49-F238E27FC236}">
                <a16:creationId xmlns:a16="http://schemas.microsoft.com/office/drawing/2014/main" id="{D13A1EE7-8B71-207D-F333-930C3E32AD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1838" y="6408484"/>
            <a:ext cx="9958440" cy="174857"/>
          </a:xfrm>
        </p:spPr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7459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007C07D-518E-34EE-9531-7C5D827DF8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4C93D46-19D1-FB81-95F2-25FB8C5C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>
                <a:solidFill>
                  <a:schemeClr val="accent1"/>
                </a:solidFill>
              </a:rPr>
              <a:t>Permisos de lectura - ¡gracias a los metadatos!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26F9F4F-415C-DEB9-0C8D-285FDFABA1E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rcRect l="4265" t="10204" r="16389"/>
          <a:stretch>
            <a:fillRect/>
          </a:stretch>
        </p:blipFill>
        <p:spPr>
          <a:xfrm>
            <a:off x="2280794" y="1311558"/>
            <a:ext cx="7630086" cy="491677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05859F3-C3FC-1B3A-0856-081D576D8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6603" y="65926"/>
            <a:ext cx="1762655" cy="961448"/>
          </a:xfrm>
          <a:prstGeom prst="rect">
            <a:avLst/>
          </a:prstGeom>
        </p:spPr>
      </p:pic>
      <p:sp>
        <p:nvSpPr>
          <p:cNvPr id="8" name="Marcador de pie de página 2">
            <a:extLst>
              <a:ext uri="{FF2B5EF4-FFF2-40B4-BE49-F238E27FC236}">
                <a16:creationId xmlns:a16="http://schemas.microsoft.com/office/drawing/2014/main" id="{882E6960-8CB5-5D66-41D6-43B0A91216C4}"/>
              </a:ext>
            </a:extLst>
          </p:cNvPr>
          <p:cNvSpPr txBox="1">
            <a:spLocks/>
          </p:cNvSpPr>
          <p:nvPr/>
        </p:nvSpPr>
        <p:spPr>
          <a:xfrm>
            <a:off x="884238" y="6412121"/>
            <a:ext cx="9958440" cy="17485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CORE  |   CONFIDENTIALITY</a:t>
            </a:r>
            <a:endParaRPr lang="de-D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5A94A5-C7D4-1D97-120D-9FA4C0052E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866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5AB8878-DC9B-3BE9-29E5-30C2F12685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484906B-820B-1B7B-7E51-181002560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6" y="594551"/>
            <a:ext cx="8640000" cy="828673"/>
          </a:xfrm>
        </p:spPr>
        <p:txBody>
          <a:bodyPr/>
          <a:lstStyle/>
          <a:p>
            <a:r>
              <a:rPr lang="es-PE">
                <a:solidFill>
                  <a:schemeClr val="accent1"/>
                </a:solidFill>
              </a:rPr>
              <a:t>Proceso de archivo con CORE: </a:t>
            </a:r>
            <a:br>
              <a:rPr lang="es-PE">
                <a:solidFill>
                  <a:schemeClr val="accent1"/>
                </a:solidFill>
              </a:rPr>
            </a:br>
            <a:r>
              <a:rPr lang="es-PE">
                <a:solidFill>
                  <a:schemeClr val="accent1"/>
                </a:solidFill>
              </a:rPr>
              <a:t>Autor del documento y </a:t>
            </a:r>
            <a:r>
              <a:rPr lang="es-PE" err="1">
                <a:solidFill>
                  <a:schemeClr val="accent1"/>
                </a:solidFill>
              </a:rPr>
              <a:t>Record</a:t>
            </a:r>
            <a:r>
              <a:rPr lang="es-PE">
                <a:solidFill>
                  <a:schemeClr val="accent1"/>
                </a:solidFill>
              </a:rPr>
              <a:t> Manager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E78EF26-25C1-9079-66C4-7B62C15C95C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478" b="97472" l="2596" r="99207">
                        <a14:foregroundMark x1="20556" y1="11251" x2="94088" y2="61096"/>
                        <a14:foregroundMark x1="99351" y1="7725" x2="18313" y2="86938"/>
                        <a14:foregroundMark x1="18313" y1="86938" x2="7714" y2="81742"/>
                        <a14:foregroundMark x1="7714" y1="81742" x2="6200" y2="74719"/>
                        <a14:foregroundMark x1="7148" y1="11251" x2="9012" y2="72472"/>
                        <a14:foregroundMark x1="9156" y1="85534" x2="6633" y2="97191"/>
                        <a14:foregroundMark x1="6633" y1="97191" x2="6489" y2="97472"/>
                        <a14:foregroundMark x1="6489" y1="97472" x2="86157" y2="84410"/>
                        <a14:foregroundMark x1="86157" y1="84410" x2="87094" y2="84972"/>
                        <a14:foregroundMark x1="99207" y1="31601" x2="90555" y2="82444"/>
                        <a14:foregroundMark x1="90555" y1="82444" x2="88969" y2="71629"/>
                        <a14:foregroundMark x1="88969" y1="71629" x2="88969" y2="71629"/>
                        <a14:foregroundMark x1="2596" y1="29916" x2="2596" y2="29916"/>
                        <a14:foregroundMark x1="2596" y1="29916" x2="2596" y2="29916"/>
                        <a14:foregroundMark x1="2596" y1="29916" x2="2596" y2="29916"/>
                        <a14:foregroundMark x1="95674" y1="90871" x2="95674" y2="90871"/>
                        <a14:foregroundMark x1="95674" y1="90871" x2="95674" y2="90871"/>
                        <a14:foregroundMark x1="95674" y1="90871" x2="95674" y2="90871"/>
                        <a14:foregroundMark x1="88248" y1="89747" x2="88248" y2="89747"/>
                        <a14:foregroundMark x1="88248" y1="89747" x2="88248" y2="89747"/>
                        <a14:foregroundMark x1="88248" y1="89747" x2="88248" y2="89747"/>
                        <a14:foregroundMark x1="88248" y1="89747" x2="88248" y2="89747"/>
                        <a14:foregroundMark x1="88248" y1="89747" x2="88248" y2="89747"/>
                        <a14:foregroundMark x1="81110" y1="88904" x2="97621" y2="91994"/>
                        <a14:foregroundMark x1="97621" y1="91994" x2="96683" y2="82725"/>
                        <a14:foregroundMark x1="41745" y1="73315" x2="82624" y2="87921"/>
                        <a14:foregroundMark x1="82624" y1="87921" x2="87094" y2="71629"/>
                        <a14:foregroundMark x1="87094" y1="71629" x2="80966" y2="22331"/>
                        <a14:foregroundMark x1="80966" y1="22331" x2="81975" y2="12500"/>
                        <a14:foregroundMark x1="22639" y1="77247" x2="22639" y2="77247"/>
                        <a14:foregroundMark x1="22639" y1="77247" x2="22639" y2="77247"/>
                        <a14:foregroundMark x1="83562" y1="72753" x2="83562" y2="72753"/>
                        <a14:foregroundMark x1="83562" y1="72753" x2="83562" y2="72753"/>
                        <a14:foregroundMark x1="83273" y1="8287" x2="73973" y2="9129"/>
                        <a14:foregroundMark x1="82841" y1="35253" x2="82120" y2="81601"/>
                        <a14:foregroundMark x1="82120" y1="81601" x2="87743" y2="79354"/>
                        <a14:foregroundMark x1="87743" y1="79354" x2="93511" y2="71910"/>
                        <a14:foregroundMark x1="93511" y1="71910" x2="91276" y2="78652"/>
                        <a14:backgroundMark x1="35184" y1="7725" x2="3893" y2="7725"/>
                        <a14:backgroundMark x1="20187" y1="12500" x2="17015" y2="66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4631" y="1757457"/>
            <a:ext cx="8777823" cy="450599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76CD086-A26B-0929-7157-D3E7DED19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6603" y="65926"/>
            <a:ext cx="1762655" cy="961448"/>
          </a:xfrm>
          <a:prstGeom prst="rect">
            <a:avLst/>
          </a:prstGeom>
        </p:spPr>
      </p:pic>
      <p:sp>
        <p:nvSpPr>
          <p:cNvPr id="8" name="Marcador de pie de página 2">
            <a:extLst>
              <a:ext uri="{FF2B5EF4-FFF2-40B4-BE49-F238E27FC236}">
                <a16:creationId xmlns:a16="http://schemas.microsoft.com/office/drawing/2014/main" id="{E496C7D9-BA83-200E-88D1-28CD0A93D7BF}"/>
              </a:ext>
            </a:extLst>
          </p:cNvPr>
          <p:cNvSpPr txBox="1">
            <a:spLocks/>
          </p:cNvSpPr>
          <p:nvPr/>
        </p:nvSpPr>
        <p:spPr>
          <a:xfrm>
            <a:off x="943873" y="6422825"/>
            <a:ext cx="9958440" cy="17485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CORE  |   CONFIDENTIALITY</a:t>
            </a:r>
            <a:endParaRPr lang="de-D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4000D49-14EE-3FDA-A438-A6995EB8F4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7500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F05A4-7FD4-02F2-BBCB-C89D5269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7A4B341-6353-E380-53AD-4B7AF0339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812A6C-8DAC-A1BB-A3E3-C1CE13B515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D84B394-515B-9428-E022-EA6D67C31F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Demostración en vivo 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FD18F5-6860-8B72-1739-F0DF28456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603" y="65926"/>
            <a:ext cx="1762655" cy="96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64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13988-5BA4-EEB0-3BB9-77D5EACB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702EFFCB-4EDD-621E-B400-63F6DBE57C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78F00EEE-7C19-6549-D2BF-4511D5E2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5" y="728663"/>
            <a:ext cx="10093819" cy="828673"/>
          </a:xfrm>
        </p:spPr>
        <p:txBody>
          <a:bodyPr>
            <a:normAutofit/>
          </a:bodyPr>
          <a:lstStyle/>
          <a:p>
            <a:r>
              <a:rPr lang="es-PE"/>
              <a:t>Implementación de CORE</a:t>
            </a:r>
            <a:br>
              <a:rPr lang="es-PE"/>
            </a:br>
            <a:r>
              <a:rPr lang="es-PE"/>
              <a:t>Aspectos clave</a:t>
            </a:r>
          </a:p>
        </p:txBody>
      </p:sp>
      <p:sp>
        <p:nvSpPr>
          <p:cNvPr id="5" name="Inhaltsplatzhalter">
            <a:extLst>
              <a:ext uri="{FF2B5EF4-FFF2-40B4-BE49-F238E27FC236}">
                <a16:creationId xmlns:a16="http://schemas.microsoft.com/office/drawing/2014/main" id="{D24727B2-54B0-EB8B-E98C-FDCA475549A6}"/>
              </a:ext>
            </a:extLst>
          </p:cNvPr>
          <p:cNvSpPr txBox="1">
            <a:spLocks/>
          </p:cNvSpPr>
          <p:nvPr/>
        </p:nvSpPr>
        <p:spPr>
          <a:xfrm>
            <a:off x="731838" y="1952625"/>
            <a:ext cx="9297066" cy="39242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74675" indent="-28575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0425" indent="-28575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4738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buFont typeface="Symbol" panose="05050102010706020507" pitchFamily="18" charset="2"/>
              <a:buChar char="-"/>
              <a:tabLst>
                <a:tab pos="1074738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32EA931-9EC2-AD1E-8B69-99477A7313B7}"/>
              </a:ext>
            </a:extLst>
          </p:cNvPr>
          <p:cNvSpPr txBox="1"/>
          <p:nvPr/>
        </p:nvSpPr>
        <p:spPr>
          <a:xfrm>
            <a:off x="731835" y="1728594"/>
            <a:ext cx="11018730" cy="49923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PE" b="1"/>
              <a:t>Implementación global: finales de junio – finales de agosto de 2026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PE" b="1"/>
              <a:t>Uso obligatorio de CORE: </a:t>
            </a:r>
            <a:r>
              <a:rPr lang="es-PE"/>
              <a:t>a partir de </a:t>
            </a:r>
            <a:r>
              <a:rPr lang="es-PE" b="1"/>
              <a:t>enero 2027 </a:t>
            </a:r>
            <a:r>
              <a:rPr lang="es-PE"/>
              <a:t>(se amplía el periodo de transición).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PE"/>
              <a:t>La migración del contenido existente en </a:t>
            </a:r>
            <a:r>
              <a:rPr lang="es-PE" b="1"/>
              <a:t>DMS</a:t>
            </a:r>
            <a:r>
              <a:rPr lang="es-PE"/>
              <a:t> continuará según lo previsto </a:t>
            </a:r>
            <a:r>
              <a:rPr lang="es-PE" b="1"/>
              <a:t>y es automático</a:t>
            </a:r>
            <a:r>
              <a:rPr lang="es-PE"/>
              <a:t>. No obstante, el contenido que ya haya sido migrado seguirá estando disponible en DMS hasta finales de 2026.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PE"/>
              <a:t>A partir </a:t>
            </a:r>
            <a:r>
              <a:rPr lang="es-PE" b="1"/>
              <a:t>del 15 de noviembre de 2026</a:t>
            </a:r>
            <a:r>
              <a:rPr lang="es-PE"/>
              <a:t> ya no deberán almacenarse nuevos documentos en DMS ni modificarse los documentos existentes.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PE"/>
              <a:t>Una vez habilitado su CORE </a:t>
            </a:r>
            <a:r>
              <a:rPr lang="es-PE" err="1"/>
              <a:t>room</a:t>
            </a:r>
            <a:r>
              <a:rPr lang="es-PE"/>
              <a:t>, utilizar únicamente </a:t>
            </a:r>
            <a:r>
              <a:rPr lang="es-PE" err="1"/>
              <a:t>Teams</a:t>
            </a:r>
            <a:r>
              <a:rPr lang="es-PE"/>
              <a:t>, SharePoint, CORE o IDA según corresponda.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5D49F3-6220-0456-9C5D-C3CFB52FB6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277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C7B2C-592F-C406-99E5-9EB43F866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A33039A-317F-D89C-DD1B-F2532ECE79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¿Y ahora?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77BD0C-298E-3F5D-4C82-CDB5B698D9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9D3D65A-C5D2-BB4E-FD34-9B0E10113A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466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8B9DABA-4436-1F64-7F63-3561C36908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97154E4-7655-A558-E056-3ED0106642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DA9E16B-E136-2BF7-FE6D-F74C7EAB1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D4B7408-7B51-B0DA-0745-FCA6F236BDF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1C3FBB2-5535-867F-CD6C-007452FB4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6" y="237821"/>
            <a:ext cx="10728325" cy="589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48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32ACD16-99C9-F164-85EC-0130DC778D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FE6214F-6002-BFA4-1019-678944BA8D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057D231-1148-38B5-608F-38613081F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¿Qué significa en la práctica?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49D3D685-D56F-E1CC-7EEC-026638518AE1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731836" y="1552257"/>
          <a:ext cx="10728324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162">
                  <a:extLst>
                    <a:ext uri="{9D8B030D-6E8A-4147-A177-3AD203B41FA5}">
                      <a16:colId xmlns:a16="http://schemas.microsoft.com/office/drawing/2014/main" val="3872421965"/>
                    </a:ext>
                  </a:extLst>
                </a:gridCol>
                <a:gridCol w="5364162">
                  <a:extLst>
                    <a:ext uri="{9D8B030D-6E8A-4147-A177-3AD203B41FA5}">
                      <a16:colId xmlns:a16="http://schemas.microsoft.com/office/drawing/2014/main" val="155551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PE"/>
                        <a:t>Pregunta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/>
                        <a:t>Respuesta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696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b="1"/>
                        <a:t>¿Se implementará CORE según lo previsto?</a:t>
                      </a:r>
                      <a:endParaRPr lang="es-P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/>
                        <a:t>Sí. La implementación se llevará a cabo entre </a:t>
                      </a:r>
                      <a:r>
                        <a:rPr lang="es-PE" b="1"/>
                        <a:t>finales de junio y finales de agosto de 2026</a:t>
                      </a:r>
                      <a:r>
                        <a:rPr lang="es-PE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739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b="1"/>
                        <a:t>¿Debo comenzar a archivar en CORE desde el inicio de la implementación?</a:t>
                      </a:r>
                      <a:endParaRPr lang="es-P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/>
                        <a:t>No. El uso obligatorio de CORE para el archivado comenzará recién en enero de 2027.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475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b="1"/>
                        <a:t>¿Qué debe hacerse con los documentos sujetos a conservación durante el período de transición?</a:t>
                      </a:r>
                      <a:endParaRPr lang="es-P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/>
                        <a:t>Los documentos relevantes deberán seguir documentándose y conservarse. Hasta finales de 2026, bastará con almacenarlos en </a:t>
                      </a:r>
                      <a:r>
                        <a:rPr lang="es-PE" err="1"/>
                        <a:t>Teams</a:t>
                      </a:r>
                      <a:r>
                        <a:rPr lang="es-PE"/>
                        <a:t> o SharePoint.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368365"/>
                  </a:ext>
                </a:extLst>
              </a:tr>
              <a:tr h="422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b="1"/>
                        <a:t>¿Se podrá seguir utilizando DMS?</a:t>
                      </a:r>
                      <a:endParaRPr lang="es-P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/>
                        <a:t>Sí. El contenido existente en DMS permanecerá disponible hasta finales de 2026. Sin embargo, una vez habilitado el </a:t>
                      </a:r>
                      <a:r>
                        <a:rPr lang="es-PE" i="1"/>
                        <a:t>CORE </a:t>
                      </a:r>
                      <a:r>
                        <a:rPr lang="es-PE" i="1" err="1"/>
                        <a:t>room</a:t>
                      </a:r>
                      <a:r>
                        <a:rPr lang="es-PE"/>
                        <a:t>, los nuevos documentos ya no deberían almacenarse en DMS, sino en las ubicaciones de Microsoft 365 previstas para ello.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1723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99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546AB-CA4F-46AE-D3AB-37095D16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EE21085-3229-A9A2-3420-59B105F85E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¿Dónde encuentro más información?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38210C-2750-83D4-AF15-50078AF8A3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087EACE-E4AE-8F3C-71FA-74F639C5AC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216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96466AD-A92C-B3CD-4CB2-9B9253BFC0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4D38A16-B47B-F77D-079F-20F7B06B8E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EC6F044-D13B-A806-F74F-6EF3F36B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Página Oficial de CORE - Digital Archive &amp; Records Management</a:t>
            </a:r>
            <a:br>
              <a:rPr lang="es-PE" dirty="0"/>
            </a:br>
            <a:endParaRPr lang="es-PE" dirty="0"/>
          </a:p>
        </p:txBody>
      </p:sp>
      <p:pic>
        <p:nvPicPr>
          <p:cNvPr id="7" name="Imagen 6">
            <a:hlinkClick r:id="rId2"/>
            <a:extLst>
              <a:ext uri="{FF2B5EF4-FFF2-40B4-BE49-F238E27FC236}">
                <a16:creationId xmlns:a16="http://schemas.microsoft.com/office/drawing/2014/main" id="{AD39448C-3416-A27D-E273-8D4F656B1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955" y="1830630"/>
            <a:ext cx="8318090" cy="39810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8757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003F8-DADB-0EA7-D71A-B796DD399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64DAA0B-8CF4-33E8-D410-F0A30567B7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Preguntas…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00184D2-0F1A-EF4E-1980-1FA1C082FD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4C1D1B-1A0A-486E-8AD9-C74EFCD7622C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EE4F659-64E0-391A-5F07-6D25245C86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PE"/>
              <a:t>Gestión de archivos digital - CORE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132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">
            <a:extLst>
              <a:ext uri="{FF2B5EF4-FFF2-40B4-BE49-F238E27FC236}">
                <a16:creationId xmlns:a16="http://schemas.microsoft.com/office/drawing/2014/main" id="{ED0A5B13-CE47-40C0-21AE-832FD40E74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4C1D1B-1A0A-486E-8AD9-C74EFCD7622C}" type="slidenum">
              <a:rPr kumimoji="0" lang="de-DE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el">
            <a:extLst>
              <a:ext uri="{FF2B5EF4-FFF2-40B4-BE49-F238E27FC236}">
                <a16:creationId xmlns:a16="http://schemas.microsoft.com/office/drawing/2014/main" id="{9809D53C-4A35-4783-4DF5-B8B094B31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Deutsche Gesellschaft für</a:t>
            </a:r>
            <a:br>
              <a:rPr lang="de-DE"/>
            </a:br>
            <a:r>
              <a:rPr lang="de-DE"/>
              <a:t>Internationale Zusammenarbeit (GIZ) GmbH</a:t>
            </a:r>
          </a:p>
        </p:txBody>
      </p:sp>
      <p:sp>
        <p:nvSpPr>
          <p:cNvPr id="6" name="Inhaltsplatzhalter">
            <a:extLst>
              <a:ext uri="{FF2B5EF4-FFF2-40B4-BE49-F238E27FC236}">
                <a16:creationId xmlns:a16="http://schemas.microsoft.com/office/drawing/2014/main" id="{2DFDBD8E-F372-C23D-4C7D-563128322EC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1"/>
            <a:r>
              <a:rPr lang="en-GB"/>
              <a:t>Registered offices, Bonn and Eschborn</a:t>
            </a:r>
          </a:p>
          <a:p>
            <a:endParaRPr lang="de-DE"/>
          </a:p>
          <a:p>
            <a:pPr lvl="1"/>
            <a:r>
              <a:rPr lang="en-GB"/>
              <a:t>Friedrich-Ebert-Allee 32 + 36</a:t>
            </a:r>
          </a:p>
          <a:p>
            <a:pPr lvl="1"/>
            <a:r>
              <a:rPr lang="en-GB"/>
              <a:t>53113 Bonn, Germany</a:t>
            </a:r>
          </a:p>
          <a:p>
            <a:pPr lvl="1"/>
            <a:r>
              <a:rPr lang="en-GB"/>
              <a:t>T  +49 228 44 60 - 0</a:t>
            </a:r>
          </a:p>
          <a:p>
            <a:pPr lvl="1"/>
            <a:r>
              <a:rPr lang="en-GB"/>
              <a:t>F  +49 228 44 60 - 17 66</a:t>
            </a:r>
          </a:p>
          <a:p>
            <a:pPr lvl="1"/>
            <a:endParaRPr lang="de-DE"/>
          </a:p>
          <a:p>
            <a:pPr lvl="1"/>
            <a:r>
              <a:rPr lang="en-GB"/>
              <a:t>Dag-Hammarskjöld-Weg 1 - 5</a:t>
            </a:r>
          </a:p>
          <a:p>
            <a:pPr lvl="1"/>
            <a:r>
              <a:rPr lang="en-GB"/>
              <a:t>65760 Eschborn, Germany</a:t>
            </a:r>
          </a:p>
          <a:p>
            <a:pPr lvl="1"/>
            <a:r>
              <a:rPr lang="en-GB"/>
              <a:t>T  +49 61 96 79 - 0</a:t>
            </a:r>
          </a:p>
          <a:p>
            <a:pPr lvl="1"/>
            <a:r>
              <a:rPr lang="en-GB"/>
              <a:t>F  +49 61 96 79 - 11 15</a:t>
            </a:r>
          </a:p>
          <a:p>
            <a:pPr lvl="1"/>
            <a:endParaRPr lang="de-DE"/>
          </a:p>
          <a:p>
            <a:pPr lvl="1"/>
            <a:r>
              <a:rPr lang="en-GB"/>
              <a:t>E  info@giz.de</a:t>
            </a:r>
          </a:p>
          <a:p>
            <a:pPr lvl="1"/>
            <a:r>
              <a:rPr lang="en-GB"/>
              <a:t>I   www.giz.de</a:t>
            </a:r>
          </a:p>
        </p:txBody>
      </p:sp>
      <p:sp>
        <p:nvSpPr>
          <p:cNvPr id="2" name="Marcador de pie de página 2">
            <a:extLst>
              <a:ext uri="{FF2B5EF4-FFF2-40B4-BE49-F238E27FC236}">
                <a16:creationId xmlns:a16="http://schemas.microsoft.com/office/drawing/2014/main" id="{D1A1EF07-38C6-DF34-4F0A-A25AE6510A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1838" y="6408484"/>
            <a:ext cx="9958440" cy="174857"/>
          </a:xfrm>
        </p:spPr>
        <p:txBody>
          <a:bodyPr/>
          <a:lstStyle/>
          <a:p>
            <a:r>
              <a:rPr lang="es-PE"/>
              <a:t>Gestión de archivos digital - CORE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191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">
  <a:themeElements>
    <a:clrScheme name="GIZ Farbpalette">
      <a:dk1>
        <a:sysClr val="windowText" lastClr="000000"/>
      </a:dk1>
      <a:lt1>
        <a:sysClr val="window" lastClr="FFFFFF"/>
      </a:lt1>
      <a:dk2>
        <a:srgbClr val="6F6F6F"/>
      </a:dk2>
      <a:lt2>
        <a:srgbClr val="E6E6E6"/>
      </a:lt2>
      <a:accent1>
        <a:srgbClr val="C80F0F"/>
      </a:accent1>
      <a:accent2>
        <a:srgbClr val="89AE10"/>
      </a:accent2>
      <a:accent3>
        <a:srgbClr val="FDC400"/>
      </a:accent3>
      <a:accent4>
        <a:srgbClr val="F8E946"/>
      </a:accent4>
      <a:accent5>
        <a:srgbClr val="0077B2"/>
      </a:accent5>
      <a:accent6>
        <a:srgbClr val="AAAAAA"/>
      </a:accent6>
      <a:hlink>
        <a:srgbClr val="C80F0F"/>
      </a:hlink>
      <a:folHlink>
        <a:srgbClr val="C80F0F"/>
      </a:folHlink>
    </a:clrScheme>
    <a:fontScheme name="GIZ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2400"/>
          </a:lnSpc>
          <a:defRPr dirty="0" err="1" smtClean="0"/>
        </a:defPPr>
      </a:lstStyle>
    </a:txDef>
  </a:objectDefaults>
  <a:extraClrSchemeLst/>
  <a:custClrLst>
    <a:custClr name="Custom Color 1">
      <a:srgbClr val="E5D7F3"/>
    </a:custClr>
    <a:custClr name="Custom Color 2">
      <a:srgbClr val="A7E6FD"/>
    </a:custClr>
    <a:custClr name="Custom Color 3">
      <a:srgbClr val="D0EB78"/>
    </a:custClr>
    <a:custClr name="Custom Color 4">
      <a:srgbClr val="FFE67C"/>
    </a:custClr>
  </a:custClrLst>
  <a:extLst>
    <a:ext uri="{05A4C25C-085E-4340-85A3-A5531E510DB2}">
      <thm15:themeFamily xmlns:thm15="http://schemas.microsoft.com/office/thememl/2012/main" name="250313_GIZ_PPT_Vorlage_EN_final" id="{395E0B9E-D0EF-4F20-A76A-4342BD8F19EA}" vid="{632AC687-1F74-4081-9DDC-02994A158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2e10ff-40df-4e34-996e-f91c0bf8b620">
      <Terms xmlns="http://schemas.microsoft.com/office/infopath/2007/PartnerControls"/>
    </lcf76f155ced4ddcb4097134ff3c332f>
    <TaxCatchAll xmlns="26780889-4fd9-4802-888e-f08f63eaead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2FBCB73DC919A479943177A924F9FAD" ma:contentTypeVersion="18" ma:contentTypeDescription="Ein neues Dokument erstellen." ma:contentTypeScope="" ma:versionID="549e90a3e199f37819afaa8e04b41109">
  <xsd:schema xmlns:xsd="http://www.w3.org/2001/XMLSchema" xmlns:xs="http://www.w3.org/2001/XMLSchema" xmlns:p="http://schemas.microsoft.com/office/2006/metadata/properties" xmlns:ns2="bc2e10ff-40df-4e34-996e-f91c0bf8b620" xmlns:ns3="26780889-4fd9-4802-888e-f08f63eaead9" targetNamespace="http://schemas.microsoft.com/office/2006/metadata/properties" ma:root="true" ma:fieldsID="35209285a6a23ee745b4aae447f2e3f0" ns2:_="" ns3:_="">
    <xsd:import namespace="bc2e10ff-40df-4e34-996e-f91c0bf8b620"/>
    <xsd:import namespace="26780889-4fd9-4802-888e-f08f63eaea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e10ff-40df-4e34-996e-f91c0bf8b6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0aed264e-563a-469a-8ebe-271e849ec1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780889-4fd9-4802-888e-f08f63eaead9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ba1f23f-dee9-4f1d-af33-7d1d1a821681}" ma:internalName="TaxCatchAll" ma:showField="CatchAllData" ma:web="26780889-4fd9-4802-888e-f08f63eaea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F72DE2-3DFC-46D7-A326-CC41D37BA8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AC7017-A9D5-4E26-83C1-6ABB025D0CBA}">
  <ds:schemaRefs>
    <ds:schemaRef ds:uri="26780889-4fd9-4802-888e-f08f63eaead9"/>
    <ds:schemaRef ds:uri="bc2e10ff-40df-4e34-996e-f91c0bf8b62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0B756B0-AA3C-4A32-9DA0-4C6FF01B2E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2e10ff-40df-4e34-996e-f91c0bf8b620"/>
    <ds:schemaRef ds:uri="26780889-4fd9-4802-888e-f08f63eaea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1158</Words>
  <Application>Microsoft Office PowerPoint</Application>
  <PresentationFormat>Panorámica</PresentationFormat>
  <Paragraphs>133</Paragraphs>
  <Slides>16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Arial Narrow</vt:lpstr>
      <vt:lpstr>Dreaming Outloud Pro</vt:lpstr>
      <vt:lpstr>Symbol</vt:lpstr>
      <vt:lpstr>Wingdings</vt:lpstr>
      <vt:lpstr>1_Office</vt:lpstr>
      <vt:lpstr>Gestión de archivos digital –  Nuevo sistema CORE</vt:lpstr>
      <vt:lpstr>Agenda</vt:lpstr>
      <vt:lpstr>CORE | Nuevo sistema de archivo digital</vt:lpstr>
      <vt:lpstr>¿Metadatos?</vt:lpstr>
      <vt:lpstr>Presentación de PowerPoint</vt:lpstr>
      <vt:lpstr>Permisos de lectura - ¡gracias a los metadatos!</vt:lpstr>
      <vt:lpstr>Proceso de archivo con CORE:  Autor del documento y Record Manager</vt:lpstr>
      <vt:lpstr>Demostración en vivo </vt:lpstr>
      <vt:lpstr>Implementación de CORE Aspectos clave</vt:lpstr>
      <vt:lpstr>¿Y ahora?</vt:lpstr>
      <vt:lpstr>Presentación de PowerPoint</vt:lpstr>
      <vt:lpstr>¿Qué significa en la práctica?</vt:lpstr>
      <vt:lpstr>¿Dónde encuentro más información?</vt:lpstr>
      <vt:lpstr>Página Oficial de CORE - Digital Archive &amp; Records Management </vt:lpstr>
      <vt:lpstr>Preguntas…</vt:lpstr>
      <vt:lpstr>Deutsche Gesellschaft für Internationale Zusammenarbeit (GIZ) GmbH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Gabbert, Karen-Inga GIZ</dc:creator>
  <cp:lastModifiedBy>Soto Valverde, Mauro Eduardo GIZ PE</cp:lastModifiedBy>
  <cp:revision>4</cp:revision>
  <dcterms:created xsi:type="dcterms:W3CDTF">2025-03-18T15:47:26Z</dcterms:created>
  <dcterms:modified xsi:type="dcterms:W3CDTF">2026-08-27T19:05:36Z</dcterms:modified>
  <cp:category>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0x01010042FBCB73DC919A479943177A924F9FAD</vt:lpwstr>
  </property>
  <property fmtid="{D5CDD505-2E9C-101B-9397-08002B2CF9AE}" pid="3" name="MediaServiceImageTags">
    <vt:lpwstr/>
  </property>
  <property fmtid="{D5CDD505-2E9C-101B-9397-08002B2CF9AE}" pid="4" name="_dlc_DocIdItemGuid">
    <vt:lpwstr>641b35d1-e1c7-4e85-b3cb-3b5550acf112</vt:lpwstr>
  </property>
</Properties>
</file>